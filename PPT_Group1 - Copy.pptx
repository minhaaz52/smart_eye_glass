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notesMasterIdLst>
    <p:notesMasterId r:id="rId13"/>
  </p:notesMasterIdLst>
  <p:handoutMasterIdLst>
    <p:handoutMasterId r:id="rId14"/>
  </p:handoutMasterIdLst>
  <p:sldIdLst>
    <p:sldId id="257" r:id="rId2"/>
    <p:sldId id="275" r:id="rId3"/>
    <p:sldId id="282" r:id="rId4"/>
    <p:sldId id="258" r:id="rId5"/>
    <p:sldId id="260" r:id="rId6"/>
    <p:sldId id="264" r:id="rId7"/>
    <p:sldId id="283" r:id="rId8"/>
    <p:sldId id="284" r:id="rId9"/>
    <p:sldId id="285" r:id="rId10"/>
    <p:sldId id="272" r:id="rId11"/>
    <p:sldId id="27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60E9F40-7DBC-4503-9945-5ED0C4C5CE21}">
          <p14:sldIdLst>
            <p14:sldId id="257"/>
            <p14:sldId id="275"/>
            <p14:sldId id="282"/>
            <p14:sldId id="258"/>
            <p14:sldId id="260"/>
            <p14:sldId id="264"/>
            <p14:sldId id="283"/>
            <p14:sldId id="284"/>
            <p14:sldId id="285"/>
            <p14:sldId id="272"/>
            <p14:sldId id="2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A4FE4A-234E-405C-945F-15BFA43A07A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34DE0EB-A4B6-4482-B922-7F31FCE06D5D}">
      <dgm:prSet/>
      <dgm:spPr/>
      <dgm:t>
        <a:bodyPr/>
        <a:lstStyle/>
        <a:p>
          <a:r>
            <a:rPr lang="en-US" b="1"/>
            <a:t>Introduction</a:t>
          </a:r>
          <a:endParaRPr lang="en-US"/>
        </a:p>
      </dgm:t>
    </dgm:pt>
    <dgm:pt modelId="{423AAC61-CF9E-4A86-BCD5-2C033D6A572D}" type="parTrans" cxnId="{6597C1B7-1851-40E7-A53F-1F47B6C7C0E7}">
      <dgm:prSet/>
      <dgm:spPr/>
      <dgm:t>
        <a:bodyPr/>
        <a:lstStyle/>
        <a:p>
          <a:endParaRPr lang="en-US"/>
        </a:p>
      </dgm:t>
    </dgm:pt>
    <dgm:pt modelId="{94A0DB3B-CF08-4486-AFC8-A9D748F1470C}" type="sibTrans" cxnId="{6597C1B7-1851-40E7-A53F-1F47B6C7C0E7}">
      <dgm:prSet/>
      <dgm:spPr/>
      <dgm:t>
        <a:bodyPr/>
        <a:lstStyle/>
        <a:p>
          <a:endParaRPr lang="en-US"/>
        </a:p>
      </dgm:t>
    </dgm:pt>
    <dgm:pt modelId="{98BED4E2-9449-4550-83F7-56F2112B3579}">
      <dgm:prSet/>
      <dgm:spPr/>
      <dgm:t>
        <a:bodyPr/>
        <a:lstStyle/>
        <a:p>
          <a:r>
            <a:rPr lang="en-US" b="1"/>
            <a:t>Need</a:t>
          </a:r>
          <a:endParaRPr lang="en-US"/>
        </a:p>
      </dgm:t>
    </dgm:pt>
    <dgm:pt modelId="{C1951298-A476-4F1C-B980-665D76A0A9E7}" type="parTrans" cxnId="{29B36875-C74E-46D9-9349-1518F54479C8}">
      <dgm:prSet/>
      <dgm:spPr/>
      <dgm:t>
        <a:bodyPr/>
        <a:lstStyle/>
        <a:p>
          <a:endParaRPr lang="en-US"/>
        </a:p>
      </dgm:t>
    </dgm:pt>
    <dgm:pt modelId="{0571B7D2-5CD9-4DC4-8D9B-69218BE09187}" type="sibTrans" cxnId="{29B36875-C74E-46D9-9349-1518F54479C8}">
      <dgm:prSet/>
      <dgm:spPr/>
      <dgm:t>
        <a:bodyPr/>
        <a:lstStyle/>
        <a:p>
          <a:endParaRPr lang="en-US"/>
        </a:p>
      </dgm:t>
    </dgm:pt>
    <dgm:pt modelId="{398C8535-F63E-4F66-A7DD-B67001792BAB}">
      <dgm:prSet/>
      <dgm:spPr/>
      <dgm:t>
        <a:bodyPr/>
        <a:lstStyle/>
        <a:p>
          <a:r>
            <a:rPr lang="en-US" b="1" dirty="0"/>
            <a:t>AIOT</a:t>
          </a:r>
          <a:endParaRPr lang="en-US" dirty="0"/>
        </a:p>
      </dgm:t>
    </dgm:pt>
    <dgm:pt modelId="{5C7D18E5-A710-4A01-AE40-8535C4AF17D8}" type="parTrans" cxnId="{9E2298FC-D8DD-438E-BC76-A88E497E6063}">
      <dgm:prSet/>
      <dgm:spPr/>
      <dgm:t>
        <a:bodyPr/>
        <a:lstStyle/>
        <a:p>
          <a:endParaRPr lang="en-US"/>
        </a:p>
      </dgm:t>
    </dgm:pt>
    <dgm:pt modelId="{089AEA0E-FB89-420D-A324-F9D6B9BC4EF8}" type="sibTrans" cxnId="{9E2298FC-D8DD-438E-BC76-A88E497E6063}">
      <dgm:prSet/>
      <dgm:spPr/>
      <dgm:t>
        <a:bodyPr/>
        <a:lstStyle/>
        <a:p>
          <a:endParaRPr lang="en-US"/>
        </a:p>
      </dgm:t>
    </dgm:pt>
    <dgm:pt modelId="{64576A10-4797-49D9-9175-E31AE1A7083B}">
      <dgm:prSet/>
      <dgm:spPr/>
      <dgm:t>
        <a:bodyPr/>
        <a:lstStyle/>
        <a:p>
          <a:r>
            <a:rPr lang="en-US" b="1"/>
            <a:t>Tools &amp; Programming Environment</a:t>
          </a:r>
          <a:endParaRPr lang="en-US"/>
        </a:p>
      </dgm:t>
    </dgm:pt>
    <dgm:pt modelId="{BC308BCE-BF8A-4280-ACD9-F2FB44DFBB00}" type="parTrans" cxnId="{0166BD02-BA4D-44BC-8641-1350FC9754FE}">
      <dgm:prSet/>
      <dgm:spPr/>
      <dgm:t>
        <a:bodyPr/>
        <a:lstStyle/>
        <a:p>
          <a:endParaRPr lang="en-US"/>
        </a:p>
      </dgm:t>
    </dgm:pt>
    <dgm:pt modelId="{A0968092-9F86-48A2-B155-0843DE2F4D1C}" type="sibTrans" cxnId="{0166BD02-BA4D-44BC-8641-1350FC9754FE}">
      <dgm:prSet/>
      <dgm:spPr/>
      <dgm:t>
        <a:bodyPr/>
        <a:lstStyle/>
        <a:p>
          <a:endParaRPr lang="en-US"/>
        </a:p>
      </dgm:t>
    </dgm:pt>
    <dgm:pt modelId="{63FAFAAC-A1E8-48EE-A483-C6B5D4F0D6F5}">
      <dgm:prSet/>
      <dgm:spPr/>
      <dgm:t>
        <a:bodyPr/>
        <a:lstStyle/>
        <a:p>
          <a:r>
            <a:rPr lang="en-US" b="1"/>
            <a:t>Ultrasonic Sensor</a:t>
          </a:r>
          <a:endParaRPr lang="en-US"/>
        </a:p>
      </dgm:t>
    </dgm:pt>
    <dgm:pt modelId="{56120F26-A2B0-4A10-809C-A469DA6CE3C9}" type="parTrans" cxnId="{68B8C2A6-CDE5-4A03-B7AC-A03A6FAF911B}">
      <dgm:prSet/>
      <dgm:spPr/>
      <dgm:t>
        <a:bodyPr/>
        <a:lstStyle/>
        <a:p>
          <a:endParaRPr lang="en-US"/>
        </a:p>
      </dgm:t>
    </dgm:pt>
    <dgm:pt modelId="{31197FDD-8C18-4488-B6AB-7CEF64E81A9F}" type="sibTrans" cxnId="{68B8C2A6-CDE5-4A03-B7AC-A03A6FAF911B}">
      <dgm:prSet/>
      <dgm:spPr/>
      <dgm:t>
        <a:bodyPr/>
        <a:lstStyle/>
        <a:p>
          <a:endParaRPr lang="en-US"/>
        </a:p>
      </dgm:t>
    </dgm:pt>
    <dgm:pt modelId="{D6382F6B-4E71-4616-B68C-B4A7A21AF7F5}">
      <dgm:prSet/>
      <dgm:spPr/>
      <dgm:t>
        <a:bodyPr/>
        <a:lstStyle/>
        <a:p>
          <a:r>
            <a:rPr lang="en-US" b="1"/>
            <a:t>Raspberry pi</a:t>
          </a:r>
          <a:endParaRPr lang="en-US"/>
        </a:p>
      </dgm:t>
    </dgm:pt>
    <dgm:pt modelId="{E3018F16-B7F5-4407-8D77-E3B10481F6E1}" type="parTrans" cxnId="{8CF1049C-8A24-46F5-8A05-4E780DBC0A9B}">
      <dgm:prSet/>
      <dgm:spPr/>
      <dgm:t>
        <a:bodyPr/>
        <a:lstStyle/>
        <a:p>
          <a:endParaRPr lang="en-US"/>
        </a:p>
      </dgm:t>
    </dgm:pt>
    <dgm:pt modelId="{463A6EAE-5C48-45A3-8F86-5406838348AD}" type="sibTrans" cxnId="{8CF1049C-8A24-46F5-8A05-4E780DBC0A9B}">
      <dgm:prSet/>
      <dgm:spPr/>
      <dgm:t>
        <a:bodyPr/>
        <a:lstStyle/>
        <a:p>
          <a:endParaRPr lang="en-US"/>
        </a:p>
      </dgm:t>
    </dgm:pt>
    <dgm:pt modelId="{25903F71-68D9-47AC-89E7-B85EEA6A5FC5}">
      <dgm:prSet/>
      <dgm:spPr/>
      <dgm:t>
        <a:bodyPr/>
        <a:lstStyle/>
        <a:p>
          <a:r>
            <a:rPr lang="en-US" b="1"/>
            <a:t>Working</a:t>
          </a:r>
          <a:endParaRPr lang="en-US"/>
        </a:p>
      </dgm:t>
    </dgm:pt>
    <dgm:pt modelId="{806D4C7F-52BD-40E5-BD8A-7BB2E9C74308}" type="parTrans" cxnId="{7458387F-D834-4E9C-AB71-D6FFD813977A}">
      <dgm:prSet/>
      <dgm:spPr/>
      <dgm:t>
        <a:bodyPr/>
        <a:lstStyle/>
        <a:p>
          <a:endParaRPr lang="en-US"/>
        </a:p>
      </dgm:t>
    </dgm:pt>
    <dgm:pt modelId="{1CA735D2-6C1B-4A84-B92B-881074231FD0}" type="sibTrans" cxnId="{7458387F-D834-4E9C-AB71-D6FFD813977A}">
      <dgm:prSet/>
      <dgm:spPr/>
      <dgm:t>
        <a:bodyPr/>
        <a:lstStyle/>
        <a:p>
          <a:endParaRPr lang="en-US"/>
        </a:p>
      </dgm:t>
    </dgm:pt>
    <dgm:pt modelId="{1130E5BC-ED75-4D13-BBDF-C0B09CFA4696}" type="pres">
      <dgm:prSet presAssocID="{ACA4FE4A-234E-405C-945F-15BFA43A07A7}" presName="linear" presStyleCnt="0">
        <dgm:presLayoutVars>
          <dgm:animLvl val="lvl"/>
          <dgm:resizeHandles val="exact"/>
        </dgm:presLayoutVars>
      </dgm:prSet>
      <dgm:spPr/>
    </dgm:pt>
    <dgm:pt modelId="{63838F6B-3506-43BD-AD21-00F92B6F6F67}" type="pres">
      <dgm:prSet presAssocID="{734DE0EB-A4B6-4482-B922-7F31FCE06D5D}" presName="parentText" presStyleLbl="node1" presStyleIdx="0" presStyleCnt="7">
        <dgm:presLayoutVars>
          <dgm:chMax val="0"/>
          <dgm:bulletEnabled val="1"/>
        </dgm:presLayoutVars>
      </dgm:prSet>
      <dgm:spPr/>
    </dgm:pt>
    <dgm:pt modelId="{913530A1-8C71-40B5-A173-18CD253507C5}" type="pres">
      <dgm:prSet presAssocID="{94A0DB3B-CF08-4486-AFC8-A9D748F1470C}" presName="spacer" presStyleCnt="0"/>
      <dgm:spPr/>
    </dgm:pt>
    <dgm:pt modelId="{6EDE537F-7D54-4AB8-AAB0-F8B1CDB959E6}" type="pres">
      <dgm:prSet presAssocID="{98BED4E2-9449-4550-83F7-56F2112B3579}" presName="parentText" presStyleLbl="node1" presStyleIdx="1" presStyleCnt="7">
        <dgm:presLayoutVars>
          <dgm:chMax val="0"/>
          <dgm:bulletEnabled val="1"/>
        </dgm:presLayoutVars>
      </dgm:prSet>
      <dgm:spPr/>
    </dgm:pt>
    <dgm:pt modelId="{D44BDD80-B8C9-43E9-AAC1-8909D051494E}" type="pres">
      <dgm:prSet presAssocID="{0571B7D2-5CD9-4DC4-8D9B-69218BE09187}" presName="spacer" presStyleCnt="0"/>
      <dgm:spPr/>
    </dgm:pt>
    <dgm:pt modelId="{574A65D4-D174-4939-8A2D-5440B7692407}" type="pres">
      <dgm:prSet presAssocID="{398C8535-F63E-4F66-A7DD-B67001792BAB}" presName="parentText" presStyleLbl="node1" presStyleIdx="2" presStyleCnt="7">
        <dgm:presLayoutVars>
          <dgm:chMax val="0"/>
          <dgm:bulletEnabled val="1"/>
        </dgm:presLayoutVars>
      </dgm:prSet>
      <dgm:spPr/>
    </dgm:pt>
    <dgm:pt modelId="{3DB18CFD-9FFF-429B-A069-96FEEF6035A7}" type="pres">
      <dgm:prSet presAssocID="{089AEA0E-FB89-420D-A324-F9D6B9BC4EF8}" presName="spacer" presStyleCnt="0"/>
      <dgm:spPr/>
    </dgm:pt>
    <dgm:pt modelId="{E1BC363F-0C97-499A-8290-0B8896D10EC0}" type="pres">
      <dgm:prSet presAssocID="{64576A10-4797-49D9-9175-E31AE1A7083B}" presName="parentText" presStyleLbl="node1" presStyleIdx="3" presStyleCnt="7">
        <dgm:presLayoutVars>
          <dgm:chMax val="0"/>
          <dgm:bulletEnabled val="1"/>
        </dgm:presLayoutVars>
      </dgm:prSet>
      <dgm:spPr/>
    </dgm:pt>
    <dgm:pt modelId="{D7FDD87E-8796-42E0-9261-B0695E2792AC}" type="pres">
      <dgm:prSet presAssocID="{A0968092-9F86-48A2-B155-0843DE2F4D1C}" presName="spacer" presStyleCnt="0"/>
      <dgm:spPr/>
    </dgm:pt>
    <dgm:pt modelId="{D11D74CA-FDEF-4BE8-8CF2-E70085765F54}" type="pres">
      <dgm:prSet presAssocID="{63FAFAAC-A1E8-48EE-A483-C6B5D4F0D6F5}" presName="parentText" presStyleLbl="node1" presStyleIdx="4" presStyleCnt="7">
        <dgm:presLayoutVars>
          <dgm:chMax val="0"/>
          <dgm:bulletEnabled val="1"/>
        </dgm:presLayoutVars>
      </dgm:prSet>
      <dgm:spPr/>
    </dgm:pt>
    <dgm:pt modelId="{80F051F3-0CEB-4A07-AF53-A898165F15E2}" type="pres">
      <dgm:prSet presAssocID="{31197FDD-8C18-4488-B6AB-7CEF64E81A9F}" presName="spacer" presStyleCnt="0"/>
      <dgm:spPr/>
    </dgm:pt>
    <dgm:pt modelId="{E9BBF2A4-37BC-4D36-B716-F4FC4691A375}" type="pres">
      <dgm:prSet presAssocID="{D6382F6B-4E71-4616-B68C-B4A7A21AF7F5}" presName="parentText" presStyleLbl="node1" presStyleIdx="5" presStyleCnt="7">
        <dgm:presLayoutVars>
          <dgm:chMax val="0"/>
          <dgm:bulletEnabled val="1"/>
        </dgm:presLayoutVars>
      </dgm:prSet>
      <dgm:spPr/>
    </dgm:pt>
    <dgm:pt modelId="{3208DDEC-73A2-498A-B8DD-6692C8C085D2}" type="pres">
      <dgm:prSet presAssocID="{463A6EAE-5C48-45A3-8F86-5406838348AD}" presName="spacer" presStyleCnt="0"/>
      <dgm:spPr/>
    </dgm:pt>
    <dgm:pt modelId="{A53F0DBC-F7F7-41DD-BD38-B31D9B4B61A6}" type="pres">
      <dgm:prSet presAssocID="{25903F71-68D9-47AC-89E7-B85EEA6A5FC5}" presName="parentText" presStyleLbl="node1" presStyleIdx="6" presStyleCnt="7">
        <dgm:presLayoutVars>
          <dgm:chMax val="0"/>
          <dgm:bulletEnabled val="1"/>
        </dgm:presLayoutVars>
      </dgm:prSet>
      <dgm:spPr/>
    </dgm:pt>
  </dgm:ptLst>
  <dgm:cxnLst>
    <dgm:cxn modelId="{0166BD02-BA4D-44BC-8641-1350FC9754FE}" srcId="{ACA4FE4A-234E-405C-945F-15BFA43A07A7}" destId="{64576A10-4797-49D9-9175-E31AE1A7083B}" srcOrd="3" destOrd="0" parTransId="{BC308BCE-BF8A-4280-ACD9-F2FB44DFBB00}" sibTransId="{A0968092-9F86-48A2-B155-0843DE2F4D1C}"/>
    <dgm:cxn modelId="{4A87941B-D83A-4A95-B307-669F9ADE103F}" type="presOf" srcId="{98BED4E2-9449-4550-83F7-56F2112B3579}" destId="{6EDE537F-7D54-4AB8-AAB0-F8B1CDB959E6}" srcOrd="0" destOrd="0" presId="urn:microsoft.com/office/officeart/2005/8/layout/vList2"/>
    <dgm:cxn modelId="{376FA72A-9753-43EA-B7B2-753AC075D788}" type="presOf" srcId="{398C8535-F63E-4F66-A7DD-B67001792BAB}" destId="{574A65D4-D174-4939-8A2D-5440B7692407}" srcOrd="0" destOrd="0" presId="urn:microsoft.com/office/officeart/2005/8/layout/vList2"/>
    <dgm:cxn modelId="{CAC5313E-5378-45D7-A6D5-514ADF1CBCA6}" type="presOf" srcId="{D6382F6B-4E71-4616-B68C-B4A7A21AF7F5}" destId="{E9BBF2A4-37BC-4D36-B716-F4FC4691A375}" srcOrd="0" destOrd="0" presId="urn:microsoft.com/office/officeart/2005/8/layout/vList2"/>
    <dgm:cxn modelId="{C34F1364-86C8-4E44-ACB9-3C3F2B70D7B4}" type="presOf" srcId="{734DE0EB-A4B6-4482-B922-7F31FCE06D5D}" destId="{63838F6B-3506-43BD-AD21-00F92B6F6F67}" srcOrd="0" destOrd="0" presId="urn:microsoft.com/office/officeart/2005/8/layout/vList2"/>
    <dgm:cxn modelId="{4F32C66C-E43E-49FB-94E5-7BE845822C41}" type="presOf" srcId="{25903F71-68D9-47AC-89E7-B85EEA6A5FC5}" destId="{A53F0DBC-F7F7-41DD-BD38-B31D9B4B61A6}" srcOrd="0" destOrd="0" presId="urn:microsoft.com/office/officeart/2005/8/layout/vList2"/>
    <dgm:cxn modelId="{AEE9D571-F14F-4B05-BE70-B74EF5540925}" type="presOf" srcId="{64576A10-4797-49D9-9175-E31AE1A7083B}" destId="{E1BC363F-0C97-499A-8290-0B8896D10EC0}" srcOrd="0" destOrd="0" presId="urn:microsoft.com/office/officeart/2005/8/layout/vList2"/>
    <dgm:cxn modelId="{29B36875-C74E-46D9-9349-1518F54479C8}" srcId="{ACA4FE4A-234E-405C-945F-15BFA43A07A7}" destId="{98BED4E2-9449-4550-83F7-56F2112B3579}" srcOrd="1" destOrd="0" parTransId="{C1951298-A476-4F1C-B980-665D76A0A9E7}" sibTransId="{0571B7D2-5CD9-4DC4-8D9B-69218BE09187}"/>
    <dgm:cxn modelId="{7458387F-D834-4E9C-AB71-D6FFD813977A}" srcId="{ACA4FE4A-234E-405C-945F-15BFA43A07A7}" destId="{25903F71-68D9-47AC-89E7-B85EEA6A5FC5}" srcOrd="6" destOrd="0" parTransId="{806D4C7F-52BD-40E5-BD8A-7BB2E9C74308}" sibTransId="{1CA735D2-6C1B-4A84-B92B-881074231FD0}"/>
    <dgm:cxn modelId="{3BD42D96-398D-4AAD-B2F3-E9CFD1EEBD44}" type="presOf" srcId="{ACA4FE4A-234E-405C-945F-15BFA43A07A7}" destId="{1130E5BC-ED75-4D13-BBDF-C0B09CFA4696}" srcOrd="0" destOrd="0" presId="urn:microsoft.com/office/officeart/2005/8/layout/vList2"/>
    <dgm:cxn modelId="{8CF1049C-8A24-46F5-8A05-4E780DBC0A9B}" srcId="{ACA4FE4A-234E-405C-945F-15BFA43A07A7}" destId="{D6382F6B-4E71-4616-B68C-B4A7A21AF7F5}" srcOrd="5" destOrd="0" parTransId="{E3018F16-B7F5-4407-8D77-E3B10481F6E1}" sibTransId="{463A6EAE-5C48-45A3-8F86-5406838348AD}"/>
    <dgm:cxn modelId="{68B8C2A6-CDE5-4A03-B7AC-A03A6FAF911B}" srcId="{ACA4FE4A-234E-405C-945F-15BFA43A07A7}" destId="{63FAFAAC-A1E8-48EE-A483-C6B5D4F0D6F5}" srcOrd="4" destOrd="0" parTransId="{56120F26-A2B0-4A10-809C-A469DA6CE3C9}" sibTransId="{31197FDD-8C18-4488-B6AB-7CEF64E81A9F}"/>
    <dgm:cxn modelId="{6597C1B7-1851-40E7-A53F-1F47B6C7C0E7}" srcId="{ACA4FE4A-234E-405C-945F-15BFA43A07A7}" destId="{734DE0EB-A4B6-4482-B922-7F31FCE06D5D}" srcOrd="0" destOrd="0" parTransId="{423AAC61-CF9E-4A86-BCD5-2C033D6A572D}" sibTransId="{94A0DB3B-CF08-4486-AFC8-A9D748F1470C}"/>
    <dgm:cxn modelId="{20AAF2D5-9163-45F8-A0C1-3DC204A3C4E3}" type="presOf" srcId="{63FAFAAC-A1E8-48EE-A483-C6B5D4F0D6F5}" destId="{D11D74CA-FDEF-4BE8-8CF2-E70085765F54}" srcOrd="0" destOrd="0" presId="urn:microsoft.com/office/officeart/2005/8/layout/vList2"/>
    <dgm:cxn modelId="{9E2298FC-D8DD-438E-BC76-A88E497E6063}" srcId="{ACA4FE4A-234E-405C-945F-15BFA43A07A7}" destId="{398C8535-F63E-4F66-A7DD-B67001792BAB}" srcOrd="2" destOrd="0" parTransId="{5C7D18E5-A710-4A01-AE40-8535C4AF17D8}" sibTransId="{089AEA0E-FB89-420D-A324-F9D6B9BC4EF8}"/>
    <dgm:cxn modelId="{CA5D7938-4999-496F-9941-1EFBAC0A68BE}" type="presParOf" srcId="{1130E5BC-ED75-4D13-BBDF-C0B09CFA4696}" destId="{63838F6B-3506-43BD-AD21-00F92B6F6F67}" srcOrd="0" destOrd="0" presId="urn:microsoft.com/office/officeart/2005/8/layout/vList2"/>
    <dgm:cxn modelId="{C81D6EEE-9381-4DC9-B4C5-28220F31937F}" type="presParOf" srcId="{1130E5BC-ED75-4D13-BBDF-C0B09CFA4696}" destId="{913530A1-8C71-40B5-A173-18CD253507C5}" srcOrd="1" destOrd="0" presId="urn:microsoft.com/office/officeart/2005/8/layout/vList2"/>
    <dgm:cxn modelId="{2DB19FC5-F878-46FF-B4F6-980AC1437341}" type="presParOf" srcId="{1130E5BC-ED75-4D13-BBDF-C0B09CFA4696}" destId="{6EDE537F-7D54-4AB8-AAB0-F8B1CDB959E6}" srcOrd="2" destOrd="0" presId="urn:microsoft.com/office/officeart/2005/8/layout/vList2"/>
    <dgm:cxn modelId="{FD6227D9-DCFA-497B-879D-388CA5A52825}" type="presParOf" srcId="{1130E5BC-ED75-4D13-BBDF-C0B09CFA4696}" destId="{D44BDD80-B8C9-43E9-AAC1-8909D051494E}" srcOrd="3" destOrd="0" presId="urn:microsoft.com/office/officeart/2005/8/layout/vList2"/>
    <dgm:cxn modelId="{83D88F2A-AEE6-4F19-911E-71D9A2C723A6}" type="presParOf" srcId="{1130E5BC-ED75-4D13-BBDF-C0B09CFA4696}" destId="{574A65D4-D174-4939-8A2D-5440B7692407}" srcOrd="4" destOrd="0" presId="urn:microsoft.com/office/officeart/2005/8/layout/vList2"/>
    <dgm:cxn modelId="{5C565106-4643-4C47-A514-E47C53F6C438}" type="presParOf" srcId="{1130E5BC-ED75-4D13-BBDF-C0B09CFA4696}" destId="{3DB18CFD-9FFF-429B-A069-96FEEF6035A7}" srcOrd="5" destOrd="0" presId="urn:microsoft.com/office/officeart/2005/8/layout/vList2"/>
    <dgm:cxn modelId="{470AF2C6-1A0D-4B69-995B-9FFB0166485D}" type="presParOf" srcId="{1130E5BC-ED75-4D13-BBDF-C0B09CFA4696}" destId="{E1BC363F-0C97-499A-8290-0B8896D10EC0}" srcOrd="6" destOrd="0" presId="urn:microsoft.com/office/officeart/2005/8/layout/vList2"/>
    <dgm:cxn modelId="{4042F795-B81D-4462-8A84-0462AD744DB5}" type="presParOf" srcId="{1130E5BC-ED75-4D13-BBDF-C0B09CFA4696}" destId="{D7FDD87E-8796-42E0-9261-B0695E2792AC}" srcOrd="7" destOrd="0" presId="urn:microsoft.com/office/officeart/2005/8/layout/vList2"/>
    <dgm:cxn modelId="{EAB246EC-241E-4116-9B4C-66EA575FBB91}" type="presParOf" srcId="{1130E5BC-ED75-4D13-BBDF-C0B09CFA4696}" destId="{D11D74CA-FDEF-4BE8-8CF2-E70085765F54}" srcOrd="8" destOrd="0" presId="urn:microsoft.com/office/officeart/2005/8/layout/vList2"/>
    <dgm:cxn modelId="{9C59041D-BAC5-490D-B6F8-587E6C7D3E3B}" type="presParOf" srcId="{1130E5BC-ED75-4D13-BBDF-C0B09CFA4696}" destId="{80F051F3-0CEB-4A07-AF53-A898165F15E2}" srcOrd="9" destOrd="0" presId="urn:microsoft.com/office/officeart/2005/8/layout/vList2"/>
    <dgm:cxn modelId="{096860E3-E485-44DD-8C72-DD8061CCCD25}" type="presParOf" srcId="{1130E5BC-ED75-4D13-BBDF-C0B09CFA4696}" destId="{E9BBF2A4-37BC-4D36-B716-F4FC4691A375}" srcOrd="10" destOrd="0" presId="urn:microsoft.com/office/officeart/2005/8/layout/vList2"/>
    <dgm:cxn modelId="{6A449FEB-E1AD-4572-AE3F-F79CD106D868}" type="presParOf" srcId="{1130E5BC-ED75-4D13-BBDF-C0B09CFA4696}" destId="{3208DDEC-73A2-498A-B8DD-6692C8C085D2}" srcOrd="11" destOrd="0" presId="urn:microsoft.com/office/officeart/2005/8/layout/vList2"/>
    <dgm:cxn modelId="{5D73657B-5DE3-4FE8-9A30-843928CB13D8}" type="presParOf" srcId="{1130E5BC-ED75-4D13-BBDF-C0B09CFA4696}" destId="{A53F0DBC-F7F7-41DD-BD38-B31D9B4B61A6}"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38F6B-3506-43BD-AD21-00F92B6F6F67}">
      <dsp:nvSpPr>
        <dsp:cNvPr id="0" name=""/>
        <dsp:cNvSpPr/>
      </dsp:nvSpPr>
      <dsp:spPr>
        <a:xfrm>
          <a:off x="0" y="59963"/>
          <a:ext cx="3265713" cy="6844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Introduction</a:t>
          </a:r>
          <a:endParaRPr lang="en-US" sz="1800" kern="1200"/>
        </a:p>
      </dsp:txBody>
      <dsp:txXfrm>
        <a:off x="33412" y="93375"/>
        <a:ext cx="3198889" cy="617626"/>
      </dsp:txXfrm>
    </dsp:sp>
    <dsp:sp modelId="{6EDE537F-7D54-4AB8-AAB0-F8B1CDB959E6}">
      <dsp:nvSpPr>
        <dsp:cNvPr id="0" name=""/>
        <dsp:cNvSpPr/>
      </dsp:nvSpPr>
      <dsp:spPr>
        <a:xfrm>
          <a:off x="0" y="796253"/>
          <a:ext cx="3265713" cy="6844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Need</a:t>
          </a:r>
          <a:endParaRPr lang="en-US" sz="1800" kern="1200"/>
        </a:p>
      </dsp:txBody>
      <dsp:txXfrm>
        <a:off x="33412" y="829665"/>
        <a:ext cx="3198889" cy="617626"/>
      </dsp:txXfrm>
    </dsp:sp>
    <dsp:sp modelId="{574A65D4-D174-4939-8A2D-5440B7692407}">
      <dsp:nvSpPr>
        <dsp:cNvPr id="0" name=""/>
        <dsp:cNvSpPr/>
      </dsp:nvSpPr>
      <dsp:spPr>
        <a:xfrm>
          <a:off x="0" y="1532543"/>
          <a:ext cx="3265713" cy="6844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AIOT</a:t>
          </a:r>
          <a:endParaRPr lang="en-US" sz="1800" kern="1200" dirty="0"/>
        </a:p>
      </dsp:txBody>
      <dsp:txXfrm>
        <a:off x="33412" y="1565955"/>
        <a:ext cx="3198889" cy="617626"/>
      </dsp:txXfrm>
    </dsp:sp>
    <dsp:sp modelId="{E1BC363F-0C97-499A-8290-0B8896D10EC0}">
      <dsp:nvSpPr>
        <dsp:cNvPr id="0" name=""/>
        <dsp:cNvSpPr/>
      </dsp:nvSpPr>
      <dsp:spPr>
        <a:xfrm>
          <a:off x="0" y="2268833"/>
          <a:ext cx="3265713" cy="6844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Tools &amp; Programming Environment</a:t>
          </a:r>
          <a:endParaRPr lang="en-US" sz="1800" kern="1200"/>
        </a:p>
      </dsp:txBody>
      <dsp:txXfrm>
        <a:off x="33412" y="2302245"/>
        <a:ext cx="3198889" cy="617626"/>
      </dsp:txXfrm>
    </dsp:sp>
    <dsp:sp modelId="{D11D74CA-FDEF-4BE8-8CF2-E70085765F54}">
      <dsp:nvSpPr>
        <dsp:cNvPr id="0" name=""/>
        <dsp:cNvSpPr/>
      </dsp:nvSpPr>
      <dsp:spPr>
        <a:xfrm>
          <a:off x="0" y="3005123"/>
          <a:ext cx="3265713" cy="6844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Ultrasonic Sensor</a:t>
          </a:r>
          <a:endParaRPr lang="en-US" sz="1800" kern="1200"/>
        </a:p>
      </dsp:txBody>
      <dsp:txXfrm>
        <a:off x="33412" y="3038535"/>
        <a:ext cx="3198889" cy="617626"/>
      </dsp:txXfrm>
    </dsp:sp>
    <dsp:sp modelId="{E9BBF2A4-37BC-4D36-B716-F4FC4691A375}">
      <dsp:nvSpPr>
        <dsp:cNvPr id="0" name=""/>
        <dsp:cNvSpPr/>
      </dsp:nvSpPr>
      <dsp:spPr>
        <a:xfrm>
          <a:off x="0" y="3741413"/>
          <a:ext cx="3265713" cy="6844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Raspberry pi</a:t>
          </a:r>
          <a:endParaRPr lang="en-US" sz="1800" kern="1200"/>
        </a:p>
      </dsp:txBody>
      <dsp:txXfrm>
        <a:off x="33412" y="3774825"/>
        <a:ext cx="3198889" cy="617626"/>
      </dsp:txXfrm>
    </dsp:sp>
    <dsp:sp modelId="{A53F0DBC-F7F7-41DD-BD38-B31D9B4B61A6}">
      <dsp:nvSpPr>
        <dsp:cNvPr id="0" name=""/>
        <dsp:cNvSpPr/>
      </dsp:nvSpPr>
      <dsp:spPr>
        <a:xfrm>
          <a:off x="0" y="4477703"/>
          <a:ext cx="3265713" cy="68445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Working</a:t>
          </a:r>
          <a:endParaRPr lang="en-US" sz="1800" kern="1200"/>
        </a:p>
      </dsp:txBody>
      <dsp:txXfrm>
        <a:off x="33412" y="4511115"/>
        <a:ext cx="3198889" cy="61762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3A45BA1-980A-4507-BE5A-5C1E7C2FFD8F}" type="datetimeFigureOut">
              <a:rPr lang="en-US"/>
              <a:t>2/10/2023</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E03411-58E2-43FD-AE1D-AD77DFF8CB20}" type="slidenum">
              <a:rPr/>
              <a:t>‹#›</a:t>
            </a:fld>
            <a:endParaRPr/>
          </a:p>
        </p:txBody>
      </p:sp>
    </p:spTree>
    <p:extLst>
      <p:ext uri="{BB962C8B-B14F-4D97-AF65-F5344CB8AC3E}">
        <p14:creationId xmlns:p14="http://schemas.microsoft.com/office/powerpoint/2010/main" val="188191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3416D-7FED-43BC-AA7C-D92DBA01ED64}" type="datetimeFigureOut">
              <a:rPr lang="en-US"/>
              <a:t>2/10/2023</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DC57A8-AE18-4654-B6AF-04B3577165BE}" type="slidenum">
              <a:rPr/>
              <a:t>‹#›</a:t>
            </a:fld>
            <a:endParaRPr/>
          </a:p>
        </p:txBody>
      </p:sp>
    </p:spTree>
    <p:extLst>
      <p:ext uri="{BB962C8B-B14F-4D97-AF65-F5344CB8AC3E}">
        <p14:creationId xmlns:p14="http://schemas.microsoft.com/office/powerpoint/2010/main" val="2581397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0010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F99945-0A15-4715-AB6C-F5E56CF20F70}"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2B156B-59AE-415F-B24B-8756D48BB977}" type="slidenum">
              <a:rPr lang="en-IN" smtClean="0"/>
              <a:t>‹#›</a:t>
            </a:fld>
            <a:endParaRPr lang="en-IN" dirty="0"/>
          </a:p>
        </p:txBody>
      </p:sp>
    </p:spTree>
    <p:extLst>
      <p:ext uri="{BB962C8B-B14F-4D97-AF65-F5344CB8AC3E}">
        <p14:creationId xmlns:p14="http://schemas.microsoft.com/office/powerpoint/2010/main" val="1098169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12256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F99945-0A15-4715-AB6C-F5E56CF20F70}" type="datetimeFigureOut">
              <a:rPr lang="en-US" smtClean="0"/>
              <a:t>2/10/2023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380795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F99945-0A15-4715-AB6C-F5E56CF20F70}" type="datetimeFigureOut">
              <a:rPr lang="en-US" smtClean="0"/>
              <a:t>2/10/2023</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1709745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F99945-0A15-4715-AB6C-F5E56CF20F70}" type="datetimeFigureOut">
              <a:rPr lang="en-US" smtClean="0"/>
              <a:t>2/10/2023</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153520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F99945-0A15-4715-AB6C-F5E56CF20F70}" type="datetimeFigureOut">
              <a:rPr lang="en-US" smtClean="0"/>
              <a:t>2/10/2023</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3282340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F99945-0A15-4715-AB6C-F5E56CF20F70}" type="datetimeFigureOut">
              <a:rPr lang="en-US" smtClean="0"/>
              <a:t>2/10/2023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2B156B-59AE-415F-B24B-8756D48BB977}" type="slidenum">
              <a:rPr lang="en-IN" smtClean="0"/>
              <a:pPr/>
              <a:t>‹#›</a:t>
            </a:fld>
            <a:endParaRPr lang="en-IN"/>
          </a:p>
        </p:txBody>
      </p:sp>
    </p:spTree>
    <p:extLst>
      <p:ext uri="{BB962C8B-B14F-4D97-AF65-F5344CB8AC3E}">
        <p14:creationId xmlns:p14="http://schemas.microsoft.com/office/powerpoint/2010/main" val="464227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F99945-0A15-4715-AB6C-F5E56CF20F70}" type="datetimeFigureOut">
              <a:rPr lang="en-US" smtClean="0"/>
              <a:t>2/10/2023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1470434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F99945-0A15-4715-AB6C-F5E56CF20F70}" type="datetimeFigureOut">
              <a:rPr lang="en-US" smtClean="0"/>
              <a:pPr/>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B156B-59AE-415F-B24B-8756D48BB977}" type="slidenum">
              <a:rPr lang="en-US" smtClean="0"/>
              <a:pPr/>
              <a:t>‹#›</a:t>
            </a:fld>
            <a:endParaRPr lang="en-US"/>
          </a:p>
        </p:txBody>
      </p:sp>
    </p:spTree>
    <p:extLst>
      <p:ext uri="{BB962C8B-B14F-4D97-AF65-F5344CB8AC3E}">
        <p14:creationId xmlns:p14="http://schemas.microsoft.com/office/powerpoint/2010/main" val="3694674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F99945-0A15-4715-AB6C-F5E56CF20F70}" type="datetimeFigureOut">
              <a:rPr lang="en-US" smtClean="0"/>
              <a:pPr/>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B156B-59AE-415F-B24B-8756D48BB977}"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06394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F99945-0A15-4715-AB6C-F5E56CF20F70}" type="datetimeFigureOut">
              <a:rPr lang="en-US" smtClean="0"/>
              <a:pPr/>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B156B-59AE-415F-B24B-8756D48BB977}" type="slidenum">
              <a:rPr lang="en-US" smtClean="0"/>
              <a:pPr/>
              <a:t>‹#›</a:t>
            </a:fld>
            <a:endParaRPr lang="en-US"/>
          </a:p>
        </p:txBody>
      </p:sp>
    </p:spTree>
    <p:extLst>
      <p:ext uri="{BB962C8B-B14F-4D97-AF65-F5344CB8AC3E}">
        <p14:creationId xmlns:p14="http://schemas.microsoft.com/office/powerpoint/2010/main" val="2824491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F99945-0A15-4715-AB6C-F5E56CF20F70}" type="datetimeFigureOut">
              <a:rPr lang="en-US" smtClean="0"/>
              <a:pPr/>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B156B-59AE-415F-B24B-8756D48BB977}"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8928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F99945-0A15-4715-AB6C-F5E56CF20F70}" type="datetimeFigureOut">
              <a:rPr lang="en-US" smtClean="0"/>
              <a:pPr/>
              <a:t>2/10/2023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B156B-59AE-415F-B24B-8756D48BB977}" type="slidenum">
              <a:rPr lang="en-US" smtClean="0"/>
              <a:pPr/>
              <a:t>‹#›</a:t>
            </a:fld>
            <a:endParaRPr lang="en-US"/>
          </a:p>
        </p:txBody>
      </p:sp>
    </p:spTree>
    <p:extLst>
      <p:ext uri="{BB962C8B-B14F-4D97-AF65-F5344CB8AC3E}">
        <p14:creationId xmlns:p14="http://schemas.microsoft.com/office/powerpoint/2010/main" val="2632503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F99945-0A15-4715-AB6C-F5E56CF20F70}"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3756041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F99945-0A15-4715-AB6C-F5E56CF20F70}"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3638431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ictures with Captions">
    <p:spTree>
      <p:nvGrpSpPr>
        <p:cNvPr id="1" name=""/>
        <p:cNvGrpSpPr/>
        <p:nvPr/>
      </p:nvGrpSpPr>
      <p:grpSpPr>
        <a:xfrm>
          <a:off x="0" y="0"/>
          <a:ext cx="0" cy="0"/>
          <a:chOff x="0" y="0"/>
          <a:chExt cx="0" cy="0"/>
        </a:xfrm>
      </p:grpSpPr>
      <p:sp>
        <p:nvSpPr>
          <p:cNvPr id="2" name="Title 1"/>
          <p:cNvSpPr>
            <a:spLocks noGrp="1"/>
          </p:cNvSpPr>
          <p:nvPr>
            <p:ph type="title"/>
          </p:nvPr>
        </p:nvSpPr>
        <p:spPr>
          <a:xfrm>
            <a:off x="1065212" y="304799"/>
            <a:ext cx="10058402" cy="1216152"/>
          </a:xfrm>
        </p:spPr>
        <p:txBody>
          <a:bodyPr/>
          <a:lstStyle>
            <a:lvl1pPr>
              <a:defRPr/>
            </a:lvl1pPr>
          </a:lstStyle>
          <a:p>
            <a:r>
              <a:rPr lang="en-US"/>
              <a:t>Click to edit Master title style</a:t>
            </a:r>
            <a:endParaRPr lang="en-US" dirty="0"/>
          </a:p>
        </p:txBody>
      </p:sp>
      <p:grpSp>
        <p:nvGrpSpPr>
          <p:cNvPr id="9" name="Group 8"/>
          <p:cNvGrpSpPr/>
          <p:nvPr/>
        </p:nvGrpSpPr>
        <p:grpSpPr>
          <a:xfrm>
            <a:off x="1052422" y="1733550"/>
            <a:ext cx="4360503" cy="3050038"/>
            <a:chOff x="895350" y="3313113"/>
            <a:chExt cx="3613151" cy="2790825"/>
          </a:xfrm>
          <a:solidFill>
            <a:schemeClr val="tx1">
              <a:lumMod val="50000"/>
            </a:schemeClr>
          </a:solidFill>
        </p:grpSpPr>
        <p:sp>
          <p:nvSpPr>
            <p:cNvPr id="10"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3"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4"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5"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6"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7"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8"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9"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0"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1"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36" name="Picture Placeholder 33" descr="An empty placeholder to add an image. Click on the placeholder and select the image that you wish to add."/>
          <p:cNvSpPr>
            <a:spLocks noGrp="1" noChangeAspect="1"/>
          </p:cNvSpPr>
          <p:nvPr>
            <p:ph type="pic" sz="quarter" idx="17"/>
          </p:nvPr>
        </p:nvSpPr>
        <p:spPr>
          <a:xfrm>
            <a:off x="1265028" y="1900210"/>
            <a:ext cx="3935536" cy="2571736"/>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39" name="Text Placeholder 3"/>
          <p:cNvSpPr>
            <a:spLocks noGrp="1"/>
          </p:cNvSpPr>
          <p:nvPr>
            <p:ph type="body" sz="half" idx="2"/>
          </p:nvPr>
        </p:nvSpPr>
        <p:spPr>
          <a:xfrm>
            <a:off x="1052423" y="4935990"/>
            <a:ext cx="4368980" cy="100761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22" name="Group 21"/>
          <p:cNvGrpSpPr/>
          <p:nvPr/>
        </p:nvGrpSpPr>
        <p:grpSpPr>
          <a:xfrm>
            <a:off x="6763111" y="1733550"/>
            <a:ext cx="4360503" cy="3050038"/>
            <a:chOff x="895350" y="3313113"/>
            <a:chExt cx="3613151" cy="2790825"/>
          </a:xfrm>
          <a:solidFill>
            <a:schemeClr val="tx1">
              <a:lumMod val="50000"/>
            </a:schemeClr>
          </a:solidFill>
        </p:grpSpPr>
        <p:sp>
          <p:nvSpPr>
            <p:cNvPr id="23"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4"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5"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6"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7"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8"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9"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0"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1"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2"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3"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4"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37" name="Picture Placeholder 33" descr="An empty placeholder to add an image. Click on the placeholder and select the image that you wish to add."/>
          <p:cNvSpPr>
            <a:spLocks noGrp="1" noChangeAspect="1"/>
          </p:cNvSpPr>
          <p:nvPr>
            <p:ph type="pic" sz="quarter" idx="18"/>
          </p:nvPr>
        </p:nvSpPr>
        <p:spPr>
          <a:xfrm>
            <a:off x="6975717" y="1900210"/>
            <a:ext cx="3935536" cy="2571736"/>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40" name="Text Placeholder 3"/>
          <p:cNvSpPr>
            <a:spLocks noGrp="1"/>
          </p:cNvSpPr>
          <p:nvPr>
            <p:ph type="body" sz="half" idx="19"/>
          </p:nvPr>
        </p:nvSpPr>
        <p:spPr>
          <a:xfrm>
            <a:off x="6742908" y="4935990"/>
            <a:ext cx="4368980" cy="100761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7"/>
          <p:cNvSpPr>
            <a:spLocks noGrp="1"/>
          </p:cNvSpPr>
          <p:nvPr>
            <p:ph type="sldNum" sz="quarter" idx="12"/>
          </p:nvPr>
        </p:nvSpPr>
        <p:spPr/>
        <p:txBody>
          <a:bodyPr/>
          <a:lstStyle/>
          <a:p>
            <a:fld id="{022B156B-59AE-415F-B24B-8756D48BB977}" type="slidenum">
              <a:rPr/>
              <a:pPr/>
              <a:t>‹#›</a:t>
            </a:fld>
            <a:endParaRPr/>
          </a:p>
        </p:txBody>
      </p:sp>
      <p:sp>
        <p:nvSpPr>
          <p:cNvPr id="7" name="Footer Placeholder 6"/>
          <p:cNvSpPr>
            <a:spLocks noGrp="1"/>
          </p:cNvSpPr>
          <p:nvPr>
            <p:ph type="ftr" sz="quarter" idx="11"/>
          </p:nvPr>
        </p:nvSpPr>
        <p:spPr/>
        <p:txBody>
          <a:bodyPr/>
          <a:lstStyle/>
          <a:p>
            <a:endParaRPr/>
          </a:p>
        </p:txBody>
      </p:sp>
      <p:sp>
        <p:nvSpPr>
          <p:cNvPr id="6" name="Date Placeholder 5"/>
          <p:cNvSpPr>
            <a:spLocks noGrp="1"/>
          </p:cNvSpPr>
          <p:nvPr>
            <p:ph type="dt" sz="half" idx="10"/>
          </p:nvPr>
        </p:nvSpPr>
        <p:spPr/>
        <p:txBody>
          <a:bodyPr/>
          <a:lstStyle/>
          <a:p>
            <a:fld id="{4CF99945-0A15-4715-AB6C-F5E56CF20F70}" type="datetimeFigureOut">
              <a:rPr lang="en-US"/>
              <a:pPr/>
              <a:t>2/10/2023</a:t>
            </a:fld>
            <a:endParaRPr/>
          </a:p>
        </p:txBody>
      </p:sp>
    </p:spTree>
    <p:extLst>
      <p:ext uri="{BB962C8B-B14F-4D97-AF65-F5344CB8AC3E}">
        <p14:creationId xmlns:p14="http://schemas.microsoft.com/office/powerpoint/2010/main" val="1168274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Pictures with Cap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grpSp>
        <p:nvGrpSpPr>
          <p:cNvPr id="52" name="Group 51"/>
          <p:cNvGrpSpPr>
            <a:grpSpLocks noChangeAspect="1"/>
          </p:cNvGrpSpPr>
          <p:nvPr/>
        </p:nvGrpSpPr>
        <p:grpSpPr>
          <a:xfrm rot="5400000">
            <a:off x="1045139" y="1678105"/>
            <a:ext cx="3123347" cy="3089730"/>
            <a:chOff x="895350" y="3313113"/>
            <a:chExt cx="3613151" cy="2790825"/>
          </a:xfrm>
          <a:solidFill>
            <a:schemeClr val="tx1">
              <a:lumMod val="50000"/>
            </a:schemeClr>
          </a:solidFill>
        </p:grpSpPr>
        <p:sp>
          <p:nvSpPr>
            <p:cNvPr id="53"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4"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5"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6"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7"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8"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9"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0"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1"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2"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3"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4"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79" name="Picture Placeholder 33" descr="An empty placeholder to add an image. Click on the placeholder and select the image that you wish to add."/>
          <p:cNvSpPr>
            <a:spLocks noGrp="1"/>
          </p:cNvSpPr>
          <p:nvPr>
            <p:ph type="pic" sz="quarter" idx="19"/>
          </p:nvPr>
        </p:nvSpPr>
        <p:spPr>
          <a:xfrm>
            <a:off x="1249168" y="1824285"/>
            <a:ext cx="2715289" cy="277630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81" name="Text Placeholder 3"/>
          <p:cNvSpPr>
            <a:spLocks noGrp="1"/>
          </p:cNvSpPr>
          <p:nvPr>
            <p:ph type="body" sz="half" idx="2"/>
          </p:nvPr>
        </p:nvSpPr>
        <p:spPr>
          <a:xfrm>
            <a:off x="1235212" y="4947405"/>
            <a:ext cx="2743200" cy="91440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4" name="Group 83"/>
          <p:cNvGrpSpPr>
            <a:grpSpLocks noChangeAspect="1"/>
          </p:cNvGrpSpPr>
          <p:nvPr userDrawn="1"/>
        </p:nvGrpSpPr>
        <p:grpSpPr>
          <a:xfrm rot="5400000">
            <a:off x="4517135" y="1678105"/>
            <a:ext cx="3123347" cy="3089730"/>
            <a:chOff x="895350" y="3313113"/>
            <a:chExt cx="3613151" cy="2790825"/>
          </a:xfrm>
          <a:solidFill>
            <a:schemeClr val="tx1">
              <a:lumMod val="50000"/>
            </a:schemeClr>
          </a:solidFill>
        </p:grpSpPr>
        <p:sp>
          <p:nvSpPr>
            <p:cNvPr id="85"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6"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7"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8"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9"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0"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1"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2"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3"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4"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5"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6"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78" name="Picture Placeholder 33" descr="An empty placeholder to add an image. Click on the placeholder and select the image that you wish to add."/>
          <p:cNvSpPr>
            <a:spLocks noGrp="1"/>
          </p:cNvSpPr>
          <p:nvPr>
            <p:ph type="pic" sz="quarter" idx="18"/>
          </p:nvPr>
        </p:nvSpPr>
        <p:spPr>
          <a:xfrm>
            <a:off x="4720924" y="1824285"/>
            <a:ext cx="2715768" cy="277630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82" name="Text Placeholder 3"/>
          <p:cNvSpPr>
            <a:spLocks noGrp="1"/>
          </p:cNvSpPr>
          <p:nvPr>
            <p:ph type="body" sz="half" idx="21"/>
          </p:nvPr>
        </p:nvSpPr>
        <p:spPr>
          <a:xfrm>
            <a:off x="4707208" y="4947405"/>
            <a:ext cx="2743200" cy="91440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97" name="Group 96"/>
          <p:cNvGrpSpPr>
            <a:grpSpLocks noChangeAspect="1"/>
          </p:cNvGrpSpPr>
          <p:nvPr userDrawn="1"/>
        </p:nvGrpSpPr>
        <p:grpSpPr>
          <a:xfrm rot="5400000">
            <a:off x="8019009" y="1678105"/>
            <a:ext cx="3123347" cy="3089730"/>
            <a:chOff x="895350" y="3313113"/>
            <a:chExt cx="3613151" cy="2790825"/>
          </a:xfrm>
          <a:solidFill>
            <a:schemeClr val="tx1">
              <a:lumMod val="50000"/>
            </a:schemeClr>
          </a:solidFill>
        </p:grpSpPr>
        <p:sp>
          <p:nvSpPr>
            <p:cNvPr id="98"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9"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0"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1"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2"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3"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4"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5"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6"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7"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8"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9"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80" name="Picture Placeholder 33" descr="An empty placeholder to add an image. Click on the placeholder and select the image that you wish to add."/>
          <p:cNvSpPr>
            <a:spLocks noGrp="1"/>
          </p:cNvSpPr>
          <p:nvPr>
            <p:ph type="pic" sz="quarter" idx="20"/>
          </p:nvPr>
        </p:nvSpPr>
        <p:spPr>
          <a:xfrm>
            <a:off x="8222798" y="1824285"/>
            <a:ext cx="2715768" cy="277630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83" name="Text Placeholder 3"/>
          <p:cNvSpPr>
            <a:spLocks noGrp="1"/>
          </p:cNvSpPr>
          <p:nvPr>
            <p:ph type="body" sz="half" idx="22"/>
          </p:nvPr>
        </p:nvSpPr>
        <p:spPr>
          <a:xfrm>
            <a:off x="8209082" y="4947405"/>
            <a:ext cx="2743200" cy="91440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7"/>
          <p:cNvSpPr>
            <a:spLocks noGrp="1"/>
          </p:cNvSpPr>
          <p:nvPr>
            <p:ph type="sldNum" sz="quarter" idx="12"/>
          </p:nvPr>
        </p:nvSpPr>
        <p:spPr/>
        <p:txBody>
          <a:bodyPr/>
          <a:lstStyle/>
          <a:p>
            <a:fld id="{022B156B-59AE-415F-B24B-8756D48BB977}" type="slidenum">
              <a:rPr/>
              <a:pPr/>
              <a:t>‹#›</a:t>
            </a:fld>
            <a:endParaRPr/>
          </a:p>
        </p:txBody>
      </p:sp>
      <p:sp>
        <p:nvSpPr>
          <p:cNvPr id="7" name="Footer Placeholder 6"/>
          <p:cNvSpPr>
            <a:spLocks noGrp="1"/>
          </p:cNvSpPr>
          <p:nvPr>
            <p:ph type="ftr" sz="quarter" idx="11"/>
          </p:nvPr>
        </p:nvSpPr>
        <p:spPr/>
        <p:txBody>
          <a:bodyPr/>
          <a:lstStyle/>
          <a:p>
            <a:endParaRPr/>
          </a:p>
        </p:txBody>
      </p:sp>
      <p:sp>
        <p:nvSpPr>
          <p:cNvPr id="6" name="Date Placeholder 5"/>
          <p:cNvSpPr>
            <a:spLocks noGrp="1"/>
          </p:cNvSpPr>
          <p:nvPr>
            <p:ph type="dt" sz="half" idx="10"/>
          </p:nvPr>
        </p:nvSpPr>
        <p:spPr/>
        <p:txBody>
          <a:bodyPr/>
          <a:lstStyle/>
          <a:p>
            <a:fld id="{4CF99945-0A15-4715-AB6C-F5E56CF20F70}" type="datetimeFigureOut">
              <a:rPr lang="en-US"/>
              <a:pPr/>
              <a:t>2/10/2023</a:t>
            </a:fld>
            <a:endParaRPr/>
          </a:p>
        </p:txBody>
      </p:sp>
    </p:spTree>
    <p:extLst>
      <p:ext uri="{BB962C8B-B14F-4D97-AF65-F5344CB8AC3E}">
        <p14:creationId xmlns:p14="http://schemas.microsoft.com/office/powerpoint/2010/main" val="16819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066214" y="421594"/>
            <a:ext cx="2286000" cy="1885508"/>
          </a:xfrm>
        </p:spPr>
        <p:txBody>
          <a:bodyPr>
            <a:normAutofit/>
          </a:bodyPr>
          <a:lstStyle>
            <a:lvl1pPr>
              <a:defRPr sz="2400"/>
            </a:lvl1pPr>
          </a:lstStyle>
          <a:p>
            <a:r>
              <a:rPr lang="en-US"/>
              <a:t>Click to edit Master title style</a:t>
            </a:r>
          </a:p>
        </p:txBody>
      </p:sp>
      <p:grpSp>
        <p:nvGrpSpPr>
          <p:cNvPr id="84" name="Group 83"/>
          <p:cNvGrpSpPr>
            <a:grpSpLocks noChangeAspect="1"/>
          </p:cNvGrpSpPr>
          <p:nvPr/>
        </p:nvGrpSpPr>
        <p:grpSpPr>
          <a:xfrm rot="16200000" flipV="1">
            <a:off x="274315" y="1102304"/>
            <a:ext cx="5053664" cy="4411852"/>
            <a:chOff x="895350" y="3313113"/>
            <a:chExt cx="3613151" cy="2790825"/>
          </a:xfrm>
          <a:solidFill>
            <a:schemeClr val="tx1">
              <a:lumMod val="50000"/>
            </a:schemeClr>
          </a:solidFill>
        </p:grpSpPr>
        <p:sp>
          <p:nvSpPr>
            <p:cNvPr id="85"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6"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7"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8"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9"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0"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1"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2"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3"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4"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5"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6"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97" name="Picture Placeholder 33" descr="An empty placeholder to add an image. Click on the placeholder and select the image that you wish to add."/>
          <p:cNvSpPr>
            <a:spLocks noGrp="1"/>
          </p:cNvSpPr>
          <p:nvPr>
            <p:ph type="pic" sz="quarter" idx="17"/>
          </p:nvPr>
        </p:nvSpPr>
        <p:spPr>
          <a:xfrm>
            <a:off x="840795" y="1020193"/>
            <a:ext cx="3886200" cy="4572000"/>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grpSp>
        <p:nvGrpSpPr>
          <p:cNvPr id="98" name="Group 97"/>
          <p:cNvGrpSpPr/>
          <p:nvPr/>
        </p:nvGrpSpPr>
        <p:grpSpPr>
          <a:xfrm>
            <a:off x="5322489" y="319177"/>
            <a:ext cx="3389607" cy="2710838"/>
            <a:chOff x="895350" y="3313113"/>
            <a:chExt cx="3613151" cy="2790825"/>
          </a:xfrm>
          <a:solidFill>
            <a:schemeClr val="tx1">
              <a:lumMod val="50000"/>
            </a:schemeClr>
          </a:solidFill>
        </p:grpSpPr>
        <p:sp>
          <p:nvSpPr>
            <p:cNvPr id="99"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0"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1"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2"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3"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4"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5"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6"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7"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8"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9"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0"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111" name="Picture Placeholder 33" descr="An empty placeholder to add an image. Click on the placeholder and select the image that you wish to add."/>
          <p:cNvSpPr>
            <a:spLocks noGrp="1" noChangeAspect="1"/>
          </p:cNvSpPr>
          <p:nvPr>
            <p:ph type="pic" sz="quarter" idx="18"/>
          </p:nvPr>
        </p:nvSpPr>
        <p:spPr>
          <a:xfrm>
            <a:off x="5546780" y="529603"/>
            <a:ext cx="2993366" cy="230533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grpSp>
        <p:nvGrpSpPr>
          <p:cNvPr id="112" name="Group 111"/>
          <p:cNvGrpSpPr/>
          <p:nvPr/>
        </p:nvGrpSpPr>
        <p:grpSpPr>
          <a:xfrm>
            <a:off x="5322489" y="3245640"/>
            <a:ext cx="3389607" cy="2710838"/>
            <a:chOff x="895350" y="3313113"/>
            <a:chExt cx="3613151" cy="2790825"/>
          </a:xfrm>
          <a:solidFill>
            <a:schemeClr val="tx1">
              <a:lumMod val="50000"/>
            </a:schemeClr>
          </a:solidFill>
        </p:grpSpPr>
        <p:sp>
          <p:nvSpPr>
            <p:cNvPr id="113"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4"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5"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6"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7"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8"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9"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0"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1"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2"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3"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4"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125" name="Picture Placeholder 33" descr="An empty placeholder to add an image. Click on the placeholder and select the image that you wish to add."/>
          <p:cNvSpPr>
            <a:spLocks noGrp="1" noChangeAspect="1"/>
          </p:cNvSpPr>
          <p:nvPr>
            <p:ph type="pic" sz="quarter" idx="19"/>
          </p:nvPr>
        </p:nvSpPr>
        <p:spPr>
          <a:xfrm>
            <a:off x="5546780" y="3456066"/>
            <a:ext cx="2993366" cy="230533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126" name="Text Placeholder 3"/>
          <p:cNvSpPr>
            <a:spLocks noGrp="1"/>
          </p:cNvSpPr>
          <p:nvPr>
            <p:ph type="body" sz="half" idx="21"/>
          </p:nvPr>
        </p:nvSpPr>
        <p:spPr>
          <a:xfrm>
            <a:off x="9066214" y="2484992"/>
            <a:ext cx="2286000" cy="3248729"/>
          </a:xfrm>
        </p:spPr>
        <p:txBody>
          <a:bodyPr anchor="t" anchorCtr="0">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7"/>
          <p:cNvSpPr>
            <a:spLocks noGrp="1"/>
          </p:cNvSpPr>
          <p:nvPr>
            <p:ph type="sldNum" sz="quarter" idx="12"/>
          </p:nvPr>
        </p:nvSpPr>
        <p:spPr/>
        <p:txBody>
          <a:bodyPr/>
          <a:lstStyle/>
          <a:p>
            <a:fld id="{022B156B-59AE-415F-B24B-8756D48BB977}" type="slidenum">
              <a:rPr/>
              <a:pPr/>
              <a:t>‹#›</a:t>
            </a:fld>
            <a:endParaRPr/>
          </a:p>
        </p:txBody>
      </p:sp>
      <p:sp>
        <p:nvSpPr>
          <p:cNvPr id="7" name="Footer Placeholder 6"/>
          <p:cNvSpPr>
            <a:spLocks noGrp="1"/>
          </p:cNvSpPr>
          <p:nvPr>
            <p:ph type="ftr" sz="quarter" idx="11"/>
          </p:nvPr>
        </p:nvSpPr>
        <p:spPr/>
        <p:txBody>
          <a:bodyPr/>
          <a:lstStyle/>
          <a:p>
            <a:endParaRPr/>
          </a:p>
        </p:txBody>
      </p:sp>
      <p:sp>
        <p:nvSpPr>
          <p:cNvPr id="6" name="Date Placeholder 5"/>
          <p:cNvSpPr>
            <a:spLocks noGrp="1"/>
          </p:cNvSpPr>
          <p:nvPr>
            <p:ph type="dt" sz="half" idx="10"/>
          </p:nvPr>
        </p:nvSpPr>
        <p:spPr/>
        <p:txBody>
          <a:bodyPr/>
          <a:lstStyle/>
          <a:p>
            <a:fld id="{4CF99945-0A15-4715-AB6C-F5E56CF20F70}" type="datetimeFigureOut">
              <a:rPr lang="en-US"/>
              <a:pPr/>
              <a:t>2/10/2023</a:t>
            </a:fld>
            <a:endParaRPr/>
          </a:p>
        </p:txBody>
      </p:sp>
    </p:spTree>
    <p:extLst>
      <p:ext uri="{BB962C8B-B14F-4D97-AF65-F5344CB8AC3E}">
        <p14:creationId xmlns:p14="http://schemas.microsoft.com/office/powerpoint/2010/main" val="78742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CF99945-0A15-4715-AB6C-F5E56CF20F70}" type="datetimeFigureOut">
              <a:rPr lang="en-US" smtClean="0"/>
              <a:pPr/>
              <a:t>2/10/2023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22B156B-59AE-415F-B24B-8756D48BB977}" type="slidenum">
              <a:rPr lang="en-US" smtClean="0"/>
              <a:pPr/>
              <a:t>‹#›</a:t>
            </a:fld>
            <a:endParaRPr lang="en-US"/>
          </a:p>
        </p:txBody>
      </p:sp>
    </p:spTree>
    <p:extLst>
      <p:ext uri="{BB962C8B-B14F-4D97-AF65-F5344CB8AC3E}">
        <p14:creationId xmlns:p14="http://schemas.microsoft.com/office/powerpoint/2010/main" val="243517922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60" r:id="rId17"/>
    <p:sldLayoutId id="2147483661" r:id="rId18"/>
    <p:sldLayoutId id="2147483662" r:id="rId19"/>
  </p:sldLayoutIdLst>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74337" y="1265314"/>
            <a:ext cx="4299666" cy="3249131"/>
          </a:xfrm>
        </p:spPr>
        <p:txBody>
          <a:bodyPr vert="horz" lIns="91440" tIns="45720" rIns="91440" bIns="45720" rtlCol="0" anchor="b">
            <a:normAutofit/>
          </a:bodyPr>
          <a:lstStyle/>
          <a:p>
            <a:pPr algn="l">
              <a:lnSpc>
                <a:spcPct val="90000"/>
              </a:lnSpc>
            </a:pPr>
            <a:r>
              <a:rPr lang="en-US" sz="3800" b="1" kern="1200" dirty="0">
                <a:solidFill>
                  <a:schemeClr val="accent1"/>
                </a:solidFill>
                <a:latin typeface="+mj-lt"/>
                <a:ea typeface="+mj-ea"/>
                <a:cs typeface="+mj-cs"/>
              </a:rPr>
              <a:t>Smart Eye Glass with Face Recognition and Obstacle Detection for virtually impaired</a:t>
            </a:r>
          </a:p>
        </p:txBody>
      </p:sp>
      <p:sp>
        <p:nvSpPr>
          <p:cNvPr id="3" name="Subtitle 2"/>
          <p:cNvSpPr>
            <a:spLocks noGrp="1"/>
          </p:cNvSpPr>
          <p:nvPr>
            <p:ph type="subTitle" idx="1"/>
          </p:nvPr>
        </p:nvSpPr>
        <p:spPr>
          <a:xfrm>
            <a:off x="4974337" y="4962313"/>
            <a:ext cx="4299666" cy="871042"/>
          </a:xfrm>
        </p:spPr>
        <p:txBody>
          <a:bodyPr vert="horz" lIns="91440" tIns="45720" rIns="91440" bIns="45720" rtlCol="0" anchor="t">
            <a:normAutofit/>
          </a:bodyPr>
          <a:lstStyle/>
          <a:p>
            <a:pPr algn="l"/>
            <a:r>
              <a:rPr lang="en-US" b="1" dirty="0"/>
              <a:t>19BCS031 Shahabuddin</a:t>
            </a:r>
          </a:p>
          <a:p>
            <a:pPr algn="l"/>
            <a:r>
              <a:rPr lang="en-US" b="1" dirty="0"/>
              <a:t>19BCS014 Md Minhaaz</a:t>
            </a:r>
          </a:p>
          <a:p>
            <a:pPr algn="l"/>
            <a:endParaRPr lang="en-US" b="1" dirty="0"/>
          </a:p>
        </p:txBody>
      </p:sp>
      <p:sp>
        <p:nvSpPr>
          <p:cNvPr id="2055" name="Isosceles Triangle 2054">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2050" name="Picture 2" descr="Jamia Millia Islamia - Crunchbase School Profile &amp; Alumni">
            <a:extLst>
              <a:ext uri="{FF2B5EF4-FFF2-40B4-BE49-F238E27FC236}">
                <a16:creationId xmlns:a16="http://schemas.microsoft.com/office/drawing/2014/main" id="{6F57598B-924F-F18C-0831-8AA91C66D0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8604" y="1718393"/>
            <a:ext cx="3765692" cy="34291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6A60144-9B1D-DC3C-F260-FDC6BB40B623}"/>
              </a:ext>
            </a:extLst>
          </p:cNvPr>
          <p:cNvSpPr txBox="1"/>
          <p:nvPr/>
        </p:nvSpPr>
        <p:spPr>
          <a:xfrm>
            <a:off x="1842051" y="5210697"/>
            <a:ext cx="2953539" cy="430887"/>
          </a:xfrm>
          <a:prstGeom prst="rect">
            <a:avLst/>
          </a:prstGeom>
          <a:noFill/>
        </p:spPr>
        <p:txBody>
          <a:bodyPr wrap="square" rtlCol="0">
            <a:spAutoFit/>
          </a:bodyPr>
          <a:lstStyle/>
          <a:p>
            <a:pPr>
              <a:spcAft>
                <a:spcPts val="600"/>
              </a:spcAft>
            </a:pPr>
            <a:r>
              <a:rPr lang="en-US" sz="2200" b="1" dirty="0">
                <a:solidFill>
                  <a:schemeClr val="tx2"/>
                </a:solidFill>
                <a:effectLst>
                  <a:outerShdw blurRad="38100" dist="38100" dir="2700000" algn="tl">
                    <a:srgbClr val="000000">
                      <a:alpha val="43137"/>
                    </a:srgbClr>
                  </a:outerShdw>
                </a:effectLst>
              </a:rPr>
              <a:t>Group no. 1</a:t>
            </a:r>
            <a:endParaRPr lang="en-IN" sz="2200" b="1" dirty="0">
              <a:solidFill>
                <a:schemeClr val="tx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6967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hade val="98000"/>
                <a:satMod val="150000"/>
                <a:lumMod val="102000"/>
              </a:schemeClr>
            </a:gs>
            <a:gs pos="50000">
              <a:schemeClr val="bg2">
                <a:tint val="98000"/>
                <a:shade val="90000"/>
                <a:satMod val="13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2483" y="821265"/>
            <a:ext cx="6098705" cy="5222117"/>
          </a:xfrm>
        </p:spPr>
        <p:txBody>
          <a:bodyPr vert="horz" lIns="91440" tIns="45720" rIns="91440" bIns="45720" rtlCol="0" anchor="ctr">
            <a:normAutofit/>
          </a:bodyPr>
          <a:lstStyle/>
          <a:p>
            <a:r>
              <a:rPr lang="en-US" sz="5400" b="1" dirty="0"/>
              <a:t>Contents</a:t>
            </a:r>
          </a:p>
        </p:txBody>
      </p:sp>
      <p:graphicFrame>
        <p:nvGraphicFramePr>
          <p:cNvPr id="5" name="Text Placeholder 2">
            <a:extLst>
              <a:ext uri="{FF2B5EF4-FFF2-40B4-BE49-F238E27FC236}">
                <a16:creationId xmlns:a16="http://schemas.microsoft.com/office/drawing/2014/main" id="{AC5CE468-1A1F-C19A-88F6-F2E1D384357B}"/>
              </a:ext>
            </a:extLst>
          </p:cNvPr>
          <p:cNvGraphicFramePr/>
          <p:nvPr/>
        </p:nvGraphicFramePr>
        <p:xfrm>
          <a:off x="7903028" y="821265"/>
          <a:ext cx="3265713" cy="52221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16686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6090445" y="609600"/>
            <a:ext cx="3183556" cy="1320800"/>
          </a:xfrm>
        </p:spPr>
        <p:txBody>
          <a:bodyPr anchor="ctr">
            <a:normAutofit/>
          </a:bodyPr>
          <a:lstStyle/>
          <a:p>
            <a:r>
              <a:rPr lang="en-US" sz="2800" b="1">
                <a:latin typeface="Arial" panose="020B0604020202020204" pitchFamily="34" charset="0"/>
                <a:cs typeface="Arial" panose="020B0604020202020204" pitchFamily="34" charset="0"/>
              </a:rPr>
              <a:t>INTRODUCTION</a:t>
            </a:r>
          </a:p>
        </p:txBody>
      </p:sp>
      <p:sp>
        <p:nvSpPr>
          <p:cNvPr id="14" name="Content Placeholder 13"/>
          <p:cNvSpPr>
            <a:spLocks noGrp="1"/>
          </p:cNvSpPr>
          <p:nvPr>
            <p:ph idx="1"/>
          </p:nvPr>
        </p:nvSpPr>
        <p:spPr>
          <a:xfrm>
            <a:off x="6094410" y="2160589"/>
            <a:ext cx="3176589" cy="3880773"/>
          </a:xfrm>
        </p:spPr>
        <p:txBody>
          <a:bodyPr>
            <a:normAutofit/>
          </a:bodyPr>
          <a:lstStyle/>
          <a:p>
            <a:pPr marL="285750" indent="-285750">
              <a:buFont typeface="Wingdings" panose="05000000000000000000" pitchFamily="2" charset="2"/>
              <a:buChar char="v"/>
            </a:pPr>
            <a:r>
              <a:rPr lang="en-US">
                <a:latin typeface="Arial" panose="020B0604020202020204" pitchFamily="34" charset="0"/>
                <a:cs typeface="Arial" panose="020B0604020202020204" pitchFamily="34" charset="0"/>
              </a:rPr>
              <a:t>Our aim is to create a small eye glass that will be able to detect face and recognize people.</a:t>
            </a:r>
          </a:p>
          <a:p>
            <a:pPr marL="285750" indent="-285750">
              <a:buFont typeface="Wingdings" panose="05000000000000000000" pitchFamily="2" charset="2"/>
              <a:buChar char="v"/>
            </a:pPr>
            <a:r>
              <a:rPr lang="en-US">
                <a:latin typeface="Arial" panose="020B0604020202020204" pitchFamily="34" charset="0"/>
                <a:cs typeface="Arial" panose="020B0604020202020204" pitchFamily="34" charset="0"/>
              </a:rPr>
              <a:t>It can also detect obstacles and calculate distance to alert the user.</a:t>
            </a:r>
          </a:p>
        </p:txBody>
      </p:sp>
      <p:grpSp>
        <p:nvGrpSpPr>
          <p:cNvPr id="2" name="Group 1">
            <a:extLst>
              <a:ext uri="{FF2B5EF4-FFF2-40B4-BE49-F238E27FC236}">
                <a16:creationId xmlns:a16="http://schemas.microsoft.com/office/drawing/2014/main" id="{CB35A6DE-217D-E014-9E59-731A5D61B89C}"/>
              </a:ext>
            </a:extLst>
          </p:cNvPr>
          <p:cNvGrpSpPr/>
          <p:nvPr/>
        </p:nvGrpSpPr>
        <p:grpSpPr>
          <a:xfrm>
            <a:off x="799814" y="3134623"/>
            <a:ext cx="5062993" cy="577121"/>
            <a:chOff x="3473189" y="4396095"/>
            <a:chExt cx="8312151" cy="947485"/>
          </a:xfrm>
        </p:grpSpPr>
        <p:sp>
          <p:nvSpPr>
            <p:cNvPr id="6" name="TextBox 5">
              <a:extLst>
                <a:ext uri="{FF2B5EF4-FFF2-40B4-BE49-F238E27FC236}">
                  <a16:creationId xmlns:a16="http://schemas.microsoft.com/office/drawing/2014/main" id="{8038E7B9-2026-3523-1E93-BEF33BD70462}"/>
                </a:ext>
              </a:extLst>
            </p:cNvPr>
            <p:cNvSpPr txBox="1"/>
            <p:nvPr/>
          </p:nvSpPr>
          <p:spPr>
            <a:xfrm>
              <a:off x="3473189" y="4627999"/>
              <a:ext cx="2510439" cy="400110"/>
            </a:xfrm>
            <a:prstGeom prst="rect">
              <a:avLst/>
            </a:prstGeom>
            <a:solidFill>
              <a:schemeClr val="accent2">
                <a:lumMod val="20000"/>
                <a:lumOff val="80000"/>
              </a:schemeClr>
            </a:solidFill>
            <a:effectLst>
              <a:innerShdw blurRad="114300">
                <a:prstClr val="black"/>
              </a:innerShdw>
            </a:effectLst>
          </p:spPr>
          <p:txBody>
            <a:bodyPr wrap="square" rtlCol="0">
              <a:normAutofit/>
            </a:bodyPr>
            <a:lstStyle/>
            <a:p>
              <a:pPr>
                <a:lnSpc>
                  <a:spcPct val="90000"/>
                </a:lnSpc>
                <a:spcAft>
                  <a:spcPts val="600"/>
                </a:spcAft>
              </a:pPr>
              <a:r>
                <a:rPr lang="en-US" sz="900" b="1">
                  <a:solidFill>
                    <a:srgbClr val="FF0000"/>
                  </a:solidFill>
                </a:rPr>
                <a:t>Normal Eye Glass</a:t>
              </a:r>
              <a:endParaRPr lang="en-IN" sz="900" b="1">
                <a:solidFill>
                  <a:srgbClr val="FF0000"/>
                </a:solidFill>
              </a:endParaRPr>
            </a:p>
          </p:txBody>
        </p:sp>
        <p:sp>
          <p:nvSpPr>
            <p:cNvPr id="7" name="Arrow: Right 6">
              <a:extLst>
                <a:ext uri="{FF2B5EF4-FFF2-40B4-BE49-F238E27FC236}">
                  <a16:creationId xmlns:a16="http://schemas.microsoft.com/office/drawing/2014/main" id="{594F7BF6-1EAC-CD05-A122-4D0BCFA71017}"/>
                </a:ext>
              </a:extLst>
            </p:cNvPr>
            <p:cNvSpPr/>
            <p:nvPr/>
          </p:nvSpPr>
          <p:spPr>
            <a:xfrm>
              <a:off x="6125477" y="4651082"/>
              <a:ext cx="3170611" cy="323166"/>
            </a:xfrm>
            <a:prstGeom prst="rightArrow">
              <a:avLst>
                <a:gd name="adj1" fmla="val 50000"/>
                <a:gd name="adj2" fmla="val 80514"/>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BFA38DF-07E6-5E96-B6ED-D9C560228C01}"/>
                </a:ext>
              </a:extLst>
            </p:cNvPr>
            <p:cNvSpPr txBox="1"/>
            <p:nvPr/>
          </p:nvSpPr>
          <p:spPr>
            <a:xfrm>
              <a:off x="9476695" y="4601104"/>
              <a:ext cx="2308645" cy="400110"/>
            </a:xfrm>
            <a:prstGeom prst="rect">
              <a:avLst/>
            </a:prstGeom>
            <a:solidFill>
              <a:schemeClr val="accent3">
                <a:lumMod val="20000"/>
                <a:lumOff val="80000"/>
              </a:schemeClr>
            </a:solidFill>
            <a:effectLst>
              <a:innerShdw blurRad="114300">
                <a:prstClr val="black"/>
              </a:innerShdw>
            </a:effectLst>
          </p:spPr>
          <p:txBody>
            <a:bodyPr wrap="square" rtlCol="0">
              <a:normAutofit/>
            </a:bodyPr>
            <a:lstStyle/>
            <a:p>
              <a:pPr>
                <a:lnSpc>
                  <a:spcPct val="90000"/>
                </a:lnSpc>
                <a:spcAft>
                  <a:spcPts val="600"/>
                </a:spcAft>
              </a:pPr>
              <a:r>
                <a:rPr lang="en-US" sz="900" b="1">
                  <a:solidFill>
                    <a:srgbClr val="00B050"/>
                  </a:solidFill>
                </a:rPr>
                <a:t>Smart Eye Glass</a:t>
              </a:r>
              <a:endParaRPr lang="en-IN" sz="900" b="1">
                <a:solidFill>
                  <a:srgbClr val="00B050"/>
                </a:solidFill>
              </a:endParaRPr>
            </a:p>
          </p:txBody>
        </p:sp>
        <p:sp>
          <p:nvSpPr>
            <p:cNvPr id="10" name="TextBox 9">
              <a:extLst>
                <a:ext uri="{FF2B5EF4-FFF2-40B4-BE49-F238E27FC236}">
                  <a16:creationId xmlns:a16="http://schemas.microsoft.com/office/drawing/2014/main" id="{F8F39A20-5D8E-56EF-2AAC-9E9149CE514D}"/>
                </a:ext>
              </a:extLst>
            </p:cNvPr>
            <p:cNvSpPr txBox="1"/>
            <p:nvPr/>
          </p:nvSpPr>
          <p:spPr>
            <a:xfrm>
              <a:off x="6520559" y="4396095"/>
              <a:ext cx="2133918" cy="369332"/>
            </a:xfrm>
            <a:prstGeom prst="rect">
              <a:avLst/>
            </a:prstGeom>
            <a:noFill/>
          </p:spPr>
          <p:txBody>
            <a:bodyPr wrap="square" rtlCol="0">
              <a:normAutofit/>
            </a:bodyPr>
            <a:lstStyle/>
            <a:p>
              <a:pPr>
                <a:lnSpc>
                  <a:spcPct val="90000"/>
                </a:lnSpc>
                <a:spcAft>
                  <a:spcPts val="600"/>
                </a:spcAft>
              </a:pPr>
              <a:r>
                <a:rPr lang="en-US" sz="900" b="1">
                  <a:solidFill>
                    <a:schemeClr val="tx1">
                      <a:lumMod val="75000"/>
                    </a:schemeClr>
                  </a:solidFill>
                </a:rPr>
                <a:t>Face Recognition</a:t>
              </a:r>
              <a:endParaRPr lang="en-IN" sz="900" b="1">
                <a:solidFill>
                  <a:schemeClr val="tx1">
                    <a:lumMod val="75000"/>
                  </a:schemeClr>
                </a:solidFill>
              </a:endParaRPr>
            </a:p>
          </p:txBody>
        </p:sp>
        <p:sp>
          <p:nvSpPr>
            <p:cNvPr id="11" name="TextBox 10">
              <a:extLst>
                <a:ext uri="{FF2B5EF4-FFF2-40B4-BE49-F238E27FC236}">
                  <a16:creationId xmlns:a16="http://schemas.microsoft.com/office/drawing/2014/main" id="{5F375FB8-9C3C-64DD-B8F7-5D87E212B359}"/>
                </a:ext>
              </a:extLst>
            </p:cNvPr>
            <p:cNvSpPr txBox="1"/>
            <p:nvPr/>
          </p:nvSpPr>
          <p:spPr>
            <a:xfrm>
              <a:off x="6483275" y="4974248"/>
              <a:ext cx="2351926" cy="369332"/>
            </a:xfrm>
            <a:prstGeom prst="rect">
              <a:avLst/>
            </a:prstGeom>
            <a:noFill/>
          </p:spPr>
          <p:txBody>
            <a:bodyPr wrap="square" rtlCol="0">
              <a:normAutofit/>
            </a:bodyPr>
            <a:lstStyle/>
            <a:p>
              <a:pPr>
                <a:lnSpc>
                  <a:spcPct val="90000"/>
                </a:lnSpc>
                <a:spcAft>
                  <a:spcPts val="600"/>
                </a:spcAft>
              </a:pPr>
              <a:r>
                <a:rPr lang="en-US" sz="900" b="1">
                  <a:solidFill>
                    <a:schemeClr val="tx1">
                      <a:lumMod val="75000"/>
                    </a:schemeClr>
                  </a:solidFill>
                </a:rPr>
                <a:t>Obstacle Detection</a:t>
              </a:r>
              <a:endParaRPr lang="en-IN" sz="900" b="1">
                <a:solidFill>
                  <a:schemeClr val="tx1">
                    <a:lumMod val="75000"/>
                  </a:schemeClr>
                </a:solidFill>
              </a:endParaRPr>
            </a:p>
          </p:txBody>
        </p:sp>
      </p:grpSp>
    </p:spTree>
    <p:extLst>
      <p:ext uri="{BB962C8B-B14F-4D97-AF65-F5344CB8AC3E}">
        <p14:creationId xmlns:p14="http://schemas.microsoft.com/office/powerpoint/2010/main" val="50892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685800" y="764373"/>
            <a:ext cx="4753466" cy="1293028"/>
          </a:xfrm>
        </p:spPr>
        <p:txBody>
          <a:bodyPr>
            <a:normAutofit/>
          </a:bodyPr>
          <a:lstStyle/>
          <a:p>
            <a:r>
              <a:rPr lang="en-US" b="1">
                <a:latin typeface="Arial" panose="020B0604020202020204" pitchFamily="34" charset="0"/>
                <a:cs typeface="Arial" panose="020B0604020202020204" pitchFamily="34" charset="0"/>
              </a:rPr>
              <a:t>NEED</a:t>
            </a:r>
          </a:p>
        </p:txBody>
      </p:sp>
      <p:sp>
        <p:nvSpPr>
          <p:cNvPr id="14" name="Content Placeholder 13"/>
          <p:cNvSpPr>
            <a:spLocks noGrp="1"/>
          </p:cNvSpPr>
          <p:nvPr>
            <p:ph idx="1"/>
          </p:nvPr>
        </p:nvSpPr>
        <p:spPr>
          <a:xfrm>
            <a:off x="685801" y="2194560"/>
            <a:ext cx="4753466" cy="4024125"/>
          </a:xfrm>
        </p:spPr>
        <p:txBody>
          <a:bodyPr>
            <a:normAutofit fontScale="92500" lnSpcReduction="10000"/>
          </a:bodyPr>
          <a:lstStyle/>
          <a:p>
            <a:pPr>
              <a:buFont typeface="Wingdings" panose="05000000000000000000" pitchFamily="2" charset="2"/>
              <a:buChar char="v"/>
            </a:pPr>
            <a:r>
              <a:rPr lang="en-US" sz="2000">
                <a:latin typeface="Arial" panose="020B0604020202020204" pitchFamily="34" charset="0"/>
                <a:cs typeface="Arial" panose="020B0604020202020204" pitchFamily="34" charset="0"/>
              </a:rPr>
              <a:t>There are approx. </a:t>
            </a:r>
            <a:r>
              <a:rPr lang="en-US" sz="2000" b="1">
                <a:latin typeface="Arial" panose="020B0604020202020204" pitchFamily="34" charset="0"/>
                <a:cs typeface="Arial" panose="020B0604020202020204" pitchFamily="34" charset="0"/>
              </a:rPr>
              <a:t>2.2 billion people </a:t>
            </a:r>
            <a:r>
              <a:rPr lang="en-US" sz="2000">
                <a:latin typeface="Arial" panose="020B0604020202020204" pitchFamily="34" charset="0"/>
                <a:cs typeface="Arial" panose="020B0604020202020204" pitchFamily="34" charset="0"/>
              </a:rPr>
              <a:t>who are visually impaired or blind, according to 2022 World Health Organization </a:t>
            </a:r>
            <a:r>
              <a:rPr lang="en-US" sz="2000" b="1">
                <a:latin typeface="Arial" panose="020B0604020202020204" pitchFamily="34" charset="0"/>
                <a:cs typeface="Arial" panose="020B0604020202020204" pitchFamily="34" charset="0"/>
              </a:rPr>
              <a:t>(WHO) </a:t>
            </a:r>
            <a:r>
              <a:rPr lang="en-US" sz="2000">
                <a:latin typeface="Arial" panose="020B0604020202020204" pitchFamily="34" charset="0"/>
                <a:cs typeface="Arial" panose="020B0604020202020204" pitchFamily="34" charset="0"/>
              </a:rPr>
              <a:t>research on disability.</a:t>
            </a:r>
          </a:p>
          <a:p>
            <a:pPr>
              <a:buFont typeface="Wingdings" panose="05000000000000000000" pitchFamily="2" charset="2"/>
              <a:buChar char="v"/>
            </a:pPr>
            <a:r>
              <a:rPr lang="en-US" sz="2000">
                <a:latin typeface="Arial" panose="020B0604020202020204" pitchFamily="34" charset="0"/>
                <a:cs typeface="Arial" panose="020B0604020202020204" pitchFamily="34" charset="0"/>
              </a:rPr>
              <a:t>As the population is growing older and as people’s habits change, chronic eye diseases like diabetic retinopathy are likely to become more common.</a:t>
            </a:r>
          </a:p>
          <a:p>
            <a:pPr>
              <a:buFont typeface="Wingdings" panose="05000000000000000000" pitchFamily="2" charset="2"/>
              <a:buChar char="v"/>
            </a:pPr>
            <a:r>
              <a:rPr lang="en-US" sz="2000">
                <a:latin typeface="Arial" panose="020B0604020202020204" pitchFamily="34" charset="0"/>
                <a:cs typeface="Arial" panose="020B0604020202020204" pitchFamily="34" charset="0"/>
              </a:rPr>
              <a:t>Such people require constant assistance from others in order to move around, making them extremely dependent on others.</a:t>
            </a:r>
          </a:p>
        </p:txBody>
      </p:sp>
      <p:pic>
        <p:nvPicPr>
          <p:cNvPr id="2" name="Picture 2" descr="Blind Woman With Stick Walks Beside Guide Dog Leads Golden Retriever And  Human Isolated On White Background Cartoon Style Flat Design For Poster  Banner Flyer Web Mockup Business Company Sign Stock Illustration -">
            <a:extLst>
              <a:ext uri="{FF2B5EF4-FFF2-40B4-BE49-F238E27FC236}">
                <a16:creationId xmlns:a16="http://schemas.microsoft.com/office/drawing/2014/main" id="{C0652F89-49C7-0EB1-EC6E-052314487D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3" r="7683" b="-1"/>
          <a:stretch/>
        </p:blipFill>
        <p:spPr bwMode="auto">
          <a:xfrm>
            <a:off x="6414043" y="1375866"/>
            <a:ext cx="2466491" cy="2683228"/>
          </a:xfrm>
          <a:custGeom>
            <a:avLst/>
            <a:gdLst/>
            <a:ahLst/>
            <a:cxnLst/>
            <a:rect l="l" t="t" r="r" b="b"/>
            <a:pathLst>
              <a:path w="2989398" h="2740475">
                <a:moveTo>
                  <a:pt x="618429" y="0"/>
                </a:moveTo>
                <a:lnTo>
                  <a:pt x="2989398" y="0"/>
                </a:lnTo>
                <a:lnTo>
                  <a:pt x="2989398" y="151959"/>
                </a:lnTo>
                <a:lnTo>
                  <a:pt x="2989398" y="1370238"/>
                </a:lnTo>
                <a:lnTo>
                  <a:pt x="2989398" y="2740475"/>
                </a:lnTo>
                <a:lnTo>
                  <a:pt x="0" y="2740475"/>
                </a:lnTo>
                <a:lnTo>
                  <a:pt x="0" y="151949"/>
                </a:lnTo>
                <a:lnTo>
                  <a:pt x="11940" y="92810"/>
                </a:lnTo>
                <a:cubicBezTo>
                  <a:pt x="27319" y="56449"/>
                  <a:pt x="56447" y="27321"/>
                  <a:pt x="92808" y="11942"/>
                </a:cubicBezTo>
                <a:lnTo>
                  <a:pt x="151947" y="2"/>
                </a:lnTo>
                <a:lnTo>
                  <a:pt x="618429" y="2"/>
                </a:lnTo>
                <a:close/>
              </a:path>
            </a:pathLst>
          </a:custGeom>
          <a:noFill/>
          <a:extLst>
            <a:ext uri="{909E8E84-426E-40DD-AFC4-6F175D3DCCD1}">
              <a14:hiddenFill xmlns:a14="http://schemas.microsoft.com/office/drawing/2010/main">
                <a:solidFill>
                  <a:srgbClr val="FFFFFF"/>
                </a:solidFill>
              </a14:hiddenFill>
            </a:ext>
          </a:extLst>
        </p:spPr>
      </p:pic>
      <p:pic>
        <p:nvPicPr>
          <p:cNvPr id="3" name="Picture 4" descr="3,971 Blind Person Illustrations &amp; Clip Art - iStock">
            <a:extLst>
              <a:ext uri="{FF2B5EF4-FFF2-40B4-BE49-F238E27FC236}">
                <a16:creationId xmlns:a16="http://schemas.microsoft.com/office/drawing/2014/main" id="{412412BB-8D6A-FEAD-D34C-FCB40D030D2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99" r="15017" b="1"/>
          <a:stretch/>
        </p:blipFill>
        <p:spPr bwMode="auto">
          <a:xfrm>
            <a:off x="9028587" y="3061713"/>
            <a:ext cx="2053329" cy="2832779"/>
          </a:xfrm>
          <a:custGeom>
            <a:avLst/>
            <a:gdLst/>
            <a:ahLst/>
            <a:cxnLst/>
            <a:rect l="l" t="t" r="r" b="b"/>
            <a:pathLst>
              <a:path w="2488644" h="2893217">
                <a:moveTo>
                  <a:pt x="6640" y="0"/>
                </a:moveTo>
                <a:lnTo>
                  <a:pt x="2488644" y="0"/>
                </a:lnTo>
                <a:lnTo>
                  <a:pt x="2488644" y="1478584"/>
                </a:lnTo>
                <a:lnTo>
                  <a:pt x="2488644" y="1829101"/>
                </a:lnTo>
                <a:lnTo>
                  <a:pt x="2488644" y="2727776"/>
                </a:lnTo>
                <a:cubicBezTo>
                  <a:pt x="2488644" y="2819147"/>
                  <a:pt x="2414574" y="2893217"/>
                  <a:pt x="2323203" y="2893217"/>
                </a:cubicBezTo>
                <a:lnTo>
                  <a:pt x="896176" y="2893217"/>
                </a:lnTo>
                <a:lnTo>
                  <a:pt x="172081" y="2893217"/>
                </a:lnTo>
                <a:lnTo>
                  <a:pt x="0" y="2893217"/>
                </a:lnTo>
                <a:lnTo>
                  <a:pt x="0" y="140978"/>
                </a:lnTo>
                <a:lnTo>
                  <a:pt x="6640" y="14097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95018" y="356069"/>
            <a:ext cx="1760310" cy="569890"/>
          </a:xfrm>
        </p:spPr>
        <p:txBody>
          <a:bodyPr>
            <a:normAutofit fontScale="90000"/>
          </a:bodyPr>
          <a:lstStyle/>
          <a:p>
            <a:pPr algn="ctr"/>
            <a:r>
              <a:rPr lang="en-US" b="1" dirty="0">
                <a:latin typeface="Arial" panose="020B0604020202020204" pitchFamily="34" charset="0"/>
                <a:cs typeface="Arial" panose="020B0604020202020204" pitchFamily="34" charset="0"/>
              </a:rPr>
              <a:t>AIOT </a:t>
            </a:r>
          </a:p>
        </p:txBody>
      </p:sp>
      <p:pic>
        <p:nvPicPr>
          <p:cNvPr id="1028" name="Picture 4" descr="This png image - Sunglasses PNG Red Clipart, is available for free download">
            <a:extLst>
              <a:ext uri="{FF2B5EF4-FFF2-40B4-BE49-F238E27FC236}">
                <a16:creationId xmlns:a16="http://schemas.microsoft.com/office/drawing/2014/main" id="{2EAED0A8-CB20-C8F8-1F2A-D6933856B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885" y="1054239"/>
            <a:ext cx="6990229" cy="2434930"/>
          </a:xfrm>
          <a:prstGeom prst="rect">
            <a:avLst/>
          </a:prstGeom>
          <a:solidFill>
            <a:schemeClr val="tx2"/>
          </a:solidFill>
        </p:spPr>
      </p:pic>
      <p:pic>
        <p:nvPicPr>
          <p:cNvPr id="1030" name="Picture 6" descr="Arducam 64MP Ultra High-Resolution Autofocus...">
            <a:extLst>
              <a:ext uri="{FF2B5EF4-FFF2-40B4-BE49-F238E27FC236}">
                <a16:creationId xmlns:a16="http://schemas.microsoft.com/office/drawing/2014/main" id="{D8EBF6D9-D559-FB58-FE3D-A9EEA9F12B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3641461">
            <a:off x="3690637" y="1627187"/>
            <a:ext cx="1455534" cy="1289034"/>
          </a:xfrm>
          <a:prstGeom prst="rect">
            <a:avLst/>
          </a:prstGeom>
          <a:noFill/>
          <a:effectLst>
            <a:glow rad="228600">
              <a:schemeClr val="bg1">
                <a:lumMod val="85000"/>
                <a:alpha val="40000"/>
              </a:schemeClr>
            </a:glow>
          </a:effectLst>
          <a:extLst>
            <a:ext uri="{909E8E84-426E-40DD-AFC4-6F175D3DCCD1}">
              <a14:hiddenFill xmlns:a14="http://schemas.microsoft.com/office/drawing/2010/main">
                <a:solidFill>
                  <a:srgbClr val="FFFFFF"/>
                </a:solidFill>
              </a14:hiddenFill>
            </a:ext>
          </a:extLst>
        </p:spPr>
      </p:pic>
      <p:pic>
        <p:nvPicPr>
          <p:cNvPr id="1034" name="Picture 10" descr="Ultrasonic Sensor Module HC-SR-04 by Robokart : Amazon.in: Industrial &amp;  Scientific">
            <a:extLst>
              <a:ext uri="{FF2B5EF4-FFF2-40B4-BE49-F238E27FC236}">
                <a16:creationId xmlns:a16="http://schemas.microsoft.com/office/drawing/2014/main" id="{DAAF488E-C1BD-3816-63EC-91480BD704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5328" y="1485280"/>
            <a:ext cx="1756530" cy="1376180"/>
          </a:xfrm>
          <a:prstGeom prst="rect">
            <a:avLst/>
          </a:prstGeom>
          <a:noFill/>
          <a:effectLst>
            <a:glow rad="228600">
              <a:schemeClr val="bg1">
                <a:alpha val="40000"/>
              </a:schemeClr>
            </a:glo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F5144AE-7F9E-C469-4DF9-FC5FBB8AC49E}"/>
              </a:ext>
            </a:extLst>
          </p:cNvPr>
          <p:cNvSpPr txBox="1"/>
          <p:nvPr/>
        </p:nvSpPr>
        <p:spPr>
          <a:xfrm>
            <a:off x="5369857" y="3689792"/>
            <a:ext cx="2761131" cy="461665"/>
          </a:xfrm>
          <a:prstGeom prst="rect">
            <a:avLst/>
          </a:prstGeom>
          <a:noFill/>
        </p:spPr>
        <p:txBody>
          <a:bodyPr wrap="square" rtlCol="0">
            <a:spAutoFit/>
          </a:bodyPr>
          <a:lstStyle/>
          <a:p>
            <a:r>
              <a:rPr lang="en-US" sz="2400" b="1" dirty="0">
                <a:solidFill>
                  <a:srgbClr val="00B050"/>
                </a:solidFill>
                <a:latin typeface="Arial" panose="020B0604020202020204" pitchFamily="34" charset="0"/>
                <a:cs typeface="Arial" panose="020B0604020202020204" pitchFamily="34" charset="0"/>
              </a:rPr>
              <a:t>AI</a:t>
            </a:r>
            <a:r>
              <a:rPr lang="en-US" sz="2400" b="1" dirty="0">
                <a:latin typeface="Arial" panose="020B0604020202020204" pitchFamily="34" charset="0"/>
                <a:cs typeface="Arial" panose="020B0604020202020204" pitchFamily="34" charset="0"/>
              </a:rPr>
              <a:t>  </a:t>
            </a:r>
            <a:r>
              <a:rPr lang="en-US" sz="2400" b="1" dirty="0">
                <a:solidFill>
                  <a:schemeClr val="tx2"/>
                </a:solidFill>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r>
              <a:rPr lang="en-US" sz="2400" b="1" dirty="0">
                <a:solidFill>
                  <a:srgbClr val="FFC000"/>
                </a:solidFill>
                <a:latin typeface="Arial" panose="020B0604020202020204" pitchFamily="34" charset="0"/>
                <a:cs typeface="Arial" panose="020B0604020202020204" pitchFamily="34" charset="0"/>
              </a:rPr>
              <a:t>IOT</a:t>
            </a:r>
            <a:r>
              <a:rPr lang="en-US" sz="2400" b="1" dirty="0">
                <a:latin typeface="Arial" panose="020B0604020202020204" pitchFamily="34" charset="0"/>
                <a:cs typeface="Arial" panose="020B0604020202020204" pitchFamily="34" charset="0"/>
              </a:rPr>
              <a:t>  </a:t>
            </a:r>
            <a:r>
              <a:rPr lang="en-US" sz="2400" b="1" dirty="0">
                <a:solidFill>
                  <a:schemeClr val="tx2"/>
                </a:solidFill>
                <a:latin typeface="Arial" panose="020B0604020202020204" pitchFamily="34" charset="0"/>
                <a:cs typeface="Arial" panose="020B0604020202020204" pitchFamily="34" charset="0"/>
              </a:rPr>
              <a:t>=</a:t>
            </a:r>
            <a:r>
              <a:rPr lang="en-US" sz="2400" b="1" dirty="0">
                <a:solidFill>
                  <a:schemeClr val="accent5">
                    <a:lumMod val="75000"/>
                  </a:schemeClr>
                </a:solidFill>
                <a:latin typeface="Arial" panose="020B0604020202020204" pitchFamily="34" charset="0"/>
                <a:cs typeface="Arial" panose="020B0604020202020204" pitchFamily="34" charset="0"/>
              </a:rPr>
              <a:t>  </a:t>
            </a:r>
            <a:r>
              <a:rPr lang="en-US" sz="2400" b="1" dirty="0">
                <a:solidFill>
                  <a:srgbClr val="FF0000"/>
                </a:solidFill>
                <a:latin typeface="Arial" panose="020B0604020202020204" pitchFamily="34" charset="0"/>
                <a:cs typeface="Arial" panose="020B0604020202020204" pitchFamily="34" charset="0"/>
              </a:rPr>
              <a:t>AIOT</a:t>
            </a:r>
            <a:endParaRPr lang="en-IN" sz="2400" b="1" dirty="0">
              <a:solidFill>
                <a:srgbClr val="FF0000"/>
              </a:solidFill>
              <a:latin typeface="Arial" panose="020B0604020202020204" pitchFamily="34" charset="0"/>
              <a:cs typeface="Arial" panose="020B0604020202020204" pitchFamily="34" charset="0"/>
            </a:endParaRPr>
          </a:p>
        </p:txBody>
      </p:sp>
      <p:cxnSp>
        <p:nvCxnSpPr>
          <p:cNvPr id="12" name="Connector: Elbow 11">
            <a:extLst>
              <a:ext uri="{FF2B5EF4-FFF2-40B4-BE49-F238E27FC236}">
                <a16:creationId xmlns:a16="http://schemas.microsoft.com/office/drawing/2014/main" id="{CE1A3733-3A88-927A-A4F0-92C4C8A03B06}"/>
              </a:ext>
            </a:extLst>
          </p:cNvPr>
          <p:cNvCxnSpPr>
            <a:cxnSpLocks/>
          </p:cNvCxnSpPr>
          <p:nvPr/>
        </p:nvCxnSpPr>
        <p:spPr>
          <a:xfrm rot="16200000" flipH="1">
            <a:off x="5165249" y="3354389"/>
            <a:ext cx="606443" cy="197227"/>
          </a:xfrm>
          <a:prstGeom prst="bentConnector3">
            <a:avLst/>
          </a:prstGeom>
          <a:ln>
            <a:solidFill>
              <a:srgbClr val="00B050"/>
            </a:solidFill>
            <a:tailEnd type="triangle"/>
          </a:ln>
        </p:spPr>
        <p:style>
          <a:lnRef idx="3">
            <a:schemeClr val="accent4"/>
          </a:lnRef>
          <a:fillRef idx="0">
            <a:schemeClr val="accent4"/>
          </a:fillRef>
          <a:effectRef idx="2">
            <a:schemeClr val="accent4"/>
          </a:effectRef>
          <a:fontRef idx="minor">
            <a:schemeClr val="tx1"/>
          </a:fontRef>
        </p:style>
      </p:cxnSp>
      <p:cxnSp>
        <p:nvCxnSpPr>
          <p:cNvPr id="15" name="Connector: Elbow 14">
            <a:extLst>
              <a:ext uri="{FF2B5EF4-FFF2-40B4-BE49-F238E27FC236}">
                <a16:creationId xmlns:a16="http://schemas.microsoft.com/office/drawing/2014/main" id="{B7058D56-3813-AC39-5343-4B3FABD8EFAC}"/>
              </a:ext>
            </a:extLst>
          </p:cNvPr>
          <p:cNvCxnSpPr>
            <a:cxnSpLocks/>
          </p:cNvCxnSpPr>
          <p:nvPr/>
        </p:nvCxnSpPr>
        <p:spPr>
          <a:xfrm rot="5400000">
            <a:off x="6103334" y="3234641"/>
            <a:ext cx="804188" cy="238981"/>
          </a:xfrm>
          <a:prstGeom prst="bentConnector3">
            <a:avLst/>
          </a:prstGeom>
          <a:ln>
            <a:solidFill>
              <a:srgbClr val="002060"/>
            </a:solidFill>
            <a:tailEnd type="triangle"/>
          </a:ln>
        </p:spPr>
        <p:style>
          <a:lnRef idx="3">
            <a:schemeClr val="accent5"/>
          </a:lnRef>
          <a:fillRef idx="0">
            <a:schemeClr val="accent5"/>
          </a:fillRef>
          <a:effectRef idx="2">
            <a:schemeClr val="accent5"/>
          </a:effectRef>
          <a:fontRef idx="minor">
            <a:schemeClr val="tx1"/>
          </a:fontRef>
        </p:style>
      </p:cxnSp>
      <p:sp>
        <p:nvSpPr>
          <p:cNvPr id="19" name="TextBox 18">
            <a:extLst>
              <a:ext uri="{FF2B5EF4-FFF2-40B4-BE49-F238E27FC236}">
                <a16:creationId xmlns:a16="http://schemas.microsoft.com/office/drawing/2014/main" id="{937F6B47-4805-5AF9-EFB8-B8544F3BD29E}"/>
              </a:ext>
            </a:extLst>
          </p:cNvPr>
          <p:cNvSpPr txBox="1"/>
          <p:nvPr/>
        </p:nvSpPr>
        <p:spPr>
          <a:xfrm>
            <a:off x="529533" y="4036422"/>
            <a:ext cx="4475838" cy="1292662"/>
          </a:xfrm>
          <a:prstGeom prst="rect">
            <a:avLst/>
          </a:prstGeom>
          <a:solidFill>
            <a:schemeClr val="accent3">
              <a:lumMod val="20000"/>
              <a:lumOff val="80000"/>
            </a:schemeClr>
          </a:solidFill>
          <a:effectLst>
            <a:glow rad="101600">
              <a:schemeClr val="accent3">
                <a:satMod val="175000"/>
                <a:alpha val="40000"/>
              </a:schemeClr>
            </a:glow>
          </a:effectLst>
        </p:spPr>
        <p:txBody>
          <a:bodyPr wrap="square" rtlCol="0">
            <a:spAutoFit/>
          </a:bodyPr>
          <a:lstStyle/>
          <a:p>
            <a:r>
              <a:rPr lang="en-US" sz="2400" b="1" dirty="0">
                <a:solidFill>
                  <a:srgbClr val="00B050"/>
                </a:solidFill>
                <a:latin typeface="Arial" panose="020B0604020202020204" pitchFamily="34" charset="0"/>
                <a:cs typeface="Arial" panose="020B0604020202020204" pitchFamily="34" charset="0"/>
              </a:rPr>
              <a:t>Camera</a:t>
            </a:r>
          </a:p>
          <a:p>
            <a:endParaRPr lang="en-US" b="1" dirty="0">
              <a:solidFill>
                <a:srgbClr val="00B050"/>
              </a:solidFill>
              <a:latin typeface="Arial" panose="020B0604020202020204" pitchFamily="34" charset="0"/>
              <a:cs typeface="Arial" panose="020B0604020202020204" pitchFamily="34" charset="0"/>
            </a:endParaRPr>
          </a:p>
          <a:p>
            <a:r>
              <a:rPr lang="en-US" dirty="0">
                <a:solidFill>
                  <a:srgbClr val="002060"/>
                </a:solidFill>
                <a:latin typeface="Arial" panose="020B0604020202020204" pitchFamily="34" charset="0"/>
                <a:cs typeface="Arial" panose="020B0604020202020204" pitchFamily="34" charset="0"/>
              </a:rPr>
              <a:t>It’ll capture the image of the face and check if the person is known.</a:t>
            </a:r>
            <a:endParaRPr lang="en-US" b="1" dirty="0">
              <a:solidFill>
                <a:srgbClr val="002060"/>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B53BA70D-0DB9-9984-FCDA-AA7EEB89738E}"/>
              </a:ext>
            </a:extLst>
          </p:cNvPr>
          <p:cNvSpPr txBox="1"/>
          <p:nvPr/>
        </p:nvSpPr>
        <p:spPr>
          <a:xfrm>
            <a:off x="7733593" y="4205698"/>
            <a:ext cx="4309297" cy="1508105"/>
          </a:xfrm>
          <a:prstGeom prst="rect">
            <a:avLst/>
          </a:prstGeom>
          <a:solidFill>
            <a:srgbClr val="00B050"/>
          </a:solidFill>
          <a:effectLst>
            <a:glow rad="101600">
              <a:schemeClr val="accent2">
                <a:satMod val="175000"/>
                <a:alpha val="40000"/>
              </a:schemeClr>
            </a:glow>
          </a:effectLst>
        </p:spPr>
        <p:txBody>
          <a:bodyPr wrap="square" rtlCol="0">
            <a:spAutoFit/>
          </a:bodyPr>
          <a:lstStyle/>
          <a:p>
            <a:r>
              <a:rPr lang="en-US" sz="2000" b="1" dirty="0">
                <a:solidFill>
                  <a:srgbClr val="FFC000"/>
                </a:solidFill>
                <a:latin typeface="Arial" panose="020B0604020202020204" pitchFamily="34" charset="0"/>
                <a:cs typeface="Arial" panose="020B0604020202020204" pitchFamily="34" charset="0"/>
              </a:rPr>
              <a:t>Ultrasonic Sensor</a:t>
            </a:r>
          </a:p>
          <a:p>
            <a:endParaRPr lang="en-US" b="1" dirty="0">
              <a:solidFill>
                <a:srgbClr val="002060"/>
              </a:solidFill>
              <a:latin typeface="Arial" panose="020B0604020202020204" pitchFamily="34" charset="0"/>
              <a:cs typeface="Arial" panose="020B0604020202020204" pitchFamily="34" charset="0"/>
            </a:endParaRPr>
          </a:p>
          <a:p>
            <a:r>
              <a:rPr lang="en-US" dirty="0">
                <a:solidFill>
                  <a:srgbClr val="002060"/>
                </a:solidFill>
                <a:latin typeface="Arial" panose="020B0604020202020204" pitchFamily="34" charset="0"/>
                <a:cs typeface="Arial" panose="020B0604020202020204" pitchFamily="34" charset="0"/>
              </a:rPr>
              <a:t>It will detect object and measure the distance between the sensor and object, Which will used for </a:t>
            </a:r>
            <a:r>
              <a:rPr lang="en-IN" b="1" dirty="0">
                <a:solidFill>
                  <a:srgbClr val="002060"/>
                </a:solidFill>
                <a:latin typeface="Arial" panose="020B0604020202020204" pitchFamily="34" charset="0"/>
                <a:cs typeface="Arial" panose="020B0604020202020204" pitchFamily="34" charset="0"/>
              </a:rPr>
              <a:t>obstacle detection</a:t>
            </a:r>
            <a:endParaRPr lang="en-US" b="1" dirty="0">
              <a:solidFill>
                <a:srgbClr val="002060"/>
              </a:solidFill>
              <a:latin typeface="Arial" panose="020B0604020202020204" pitchFamily="34" charset="0"/>
              <a:cs typeface="Arial" panose="020B0604020202020204" pitchFamily="34" charset="0"/>
            </a:endParaRPr>
          </a:p>
        </p:txBody>
      </p:sp>
      <p:sp>
        <p:nvSpPr>
          <p:cNvPr id="4" name="Arrow: Bent-Up 3">
            <a:extLst>
              <a:ext uri="{FF2B5EF4-FFF2-40B4-BE49-F238E27FC236}">
                <a16:creationId xmlns:a16="http://schemas.microsoft.com/office/drawing/2014/main" id="{0C382787-27C3-79C5-6C58-BD417B1188E4}"/>
              </a:ext>
            </a:extLst>
          </p:cNvPr>
          <p:cNvSpPr/>
          <p:nvPr/>
        </p:nvSpPr>
        <p:spPr>
          <a:xfrm rot="10800000">
            <a:off x="1056991" y="2020402"/>
            <a:ext cx="1543892" cy="1900222"/>
          </a:xfrm>
          <a:prstGeom prst="bentUpArrow">
            <a:avLst>
              <a:gd name="adj1" fmla="val 10758"/>
              <a:gd name="adj2" fmla="val 12539"/>
              <a:gd name="adj3" fmla="val 18472"/>
            </a:avLst>
          </a:prstGeom>
          <a:solidFill>
            <a:schemeClr val="accent3">
              <a:lumMod val="60000"/>
              <a:lumOff val="4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Bent-Up 4">
            <a:extLst>
              <a:ext uri="{FF2B5EF4-FFF2-40B4-BE49-F238E27FC236}">
                <a16:creationId xmlns:a16="http://schemas.microsoft.com/office/drawing/2014/main" id="{2743B37D-4283-45A6-04DF-44D3898BE256}"/>
              </a:ext>
            </a:extLst>
          </p:cNvPr>
          <p:cNvSpPr/>
          <p:nvPr/>
        </p:nvSpPr>
        <p:spPr>
          <a:xfrm rot="10800000" flipH="1">
            <a:off x="9591113" y="2020401"/>
            <a:ext cx="849335" cy="2138861"/>
          </a:xfrm>
          <a:prstGeom prst="bentUpArrow">
            <a:avLst>
              <a:gd name="adj1" fmla="val 21834"/>
              <a:gd name="adj2" fmla="val 20778"/>
              <a:gd name="adj3" fmla="val 29222"/>
            </a:avLst>
          </a:prstGeom>
          <a:solidFill>
            <a:schemeClr val="accent3">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2330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799" y="764373"/>
            <a:ext cx="3977639" cy="1600200"/>
          </a:xfrm>
        </p:spPr>
        <p:txBody>
          <a:bodyPr vert="horz" lIns="91440" tIns="45720" rIns="91440" bIns="45720" rtlCol="0" anchor="b">
            <a:normAutofit/>
          </a:bodyPr>
          <a:lstStyle/>
          <a:p>
            <a:pPr algn="l"/>
            <a:r>
              <a:rPr lang="en-US" sz="3200" b="1"/>
              <a:t>TOOLS &amp; PROGRAMMING ENVIRONMENT</a:t>
            </a:r>
            <a:endParaRPr lang="en-US" sz="3200"/>
          </a:p>
        </p:txBody>
      </p:sp>
      <p:sp>
        <p:nvSpPr>
          <p:cNvPr id="3" name="Text Placeholder 2"/>
          <p:cNvSpPr>
            <a:spLocks noGrp="1"/>
          </p:cNvSpPr>
          <p:nvPr>
            <p:ph type="body" idx="1"/>
          </p:nvPr>
        </p:nvSpPr>
        <p:spPr>
          <a:xfrm>
            <a:off x="685800" y="2364573"/>
            <a:ext cx="3977639" cy="3854112"/>
          </a:xfrm>
        </p:spPr>
        <p:txBody>
          <a:bodyPr vert="horz" lIns="91440" tIns="45720" rIns="91440" bIns="45720" rtlCol="0">
            <a:normAutofit/>
          </a:bodyPr>
          <a:lstStyle/>
          <a:p>
            <a:pPr marL="342900" indent="-228600">
              <a:buFont typeface="Arial" panose="020B0604020202020204" pitchFamily="34" charset="0"/>
              <a:buChar char="•"/>
            </a:pPr>
            <a:r>
              <a:rPr lang="en-US" sz="1600" b="0" i="0">
                <a:effectLst/>
              </a:rPr>
              <a:t>Ultrasonic Sensor</a:t>
            </a:r>
          </a:p>
          <a:p>
            <a:pPr marL="342900" indent="-228600">
              <a:buFont typeface="Arial" panose="020B0604020202020204" pitchFamily="34" charset="0"/>
              <a:buChar char="•"/>
            </a:pPr>
            <a:r>
              <a:rPr lang="en-US" sz="1600" b="0"/>
              <a:t>Camera</a:t>
            </a:r>
          </a:p>
          <a:p>
            <a:pPr marL="342900" indent="-228600">
              <a:buFont typeface="Arial" panose="020B0604020202020204" pitchFamily="34" charset="0"/>
              <a:buChar char="•"/>
            </a:pPr>
            <a:r>
              <a:rPr lang="en-US" sz="1600" b="0"/>
              <a:t>Raspberry PI</a:t>
            </a:r>
          </a:p>
          <a:p>
            <a:pPr marL="342900" indent="-228600">
              <a:buFont typeface="Arial" panose="020B0604020202020204" pitchFamily="34" charset="0"/>
              <a:buChar char="•"/>
            </a:pPr>
            <a:r>
              <a:rPr lang="en-US" sz="1600" b="0"/>
              <a:t>Battery</a:t>
            </a:r>
          </a:p>
          <a:p>
            <a:pPr marL="342900" indent="-228600">
              <a:buFont typeface="Arial" panose="020B0604020202020204" pitchFamily="34" charset="0"/>
              <a:buChar char="•"/>
            </a:pPr>
            <a:r>
              <a:rPr lang="en-US" sz="1600" b="0"/>
              <a:t>OpenCV</a:t>
            </a:r>
          </a:p>
          <a:p>
            <a:pPr marL="342900" indent="-228600">
              <a:buFont typeface="Arial" panose="020B0604020202020204" pitchFamily="34" charset="0"/>
              <a:buChar char="•"/>
            </a:pPr>
            <a:r>
              <a:rPr lang="en-US" sz="1600" b="0"/>
              <a:t>Python3</a:t>
            </a:r>
          </a:p>
        </p:txBody>
      </p:sp>
      <p:pic>
        <p:nvPicPr>
          <p:cNvPr id="5" name="Picture 4" descr="Electronic circuit board">
            <a:extLst>
              <a:ext uri="{FF2B5EF4-FFF2-40B4-BE49-F238E27FC236}">
                <a16:creationId xmlns:a16="http://schemas.microsoft.com/office/drawing/2014/main" id="{F981F9E0-E3C4-BEFD-5D28-7772C63A8ECA}"/>
              </a:ext>
            </a:extLst>
          </p:cNvPr>
          <p:cNvPicPr>
            <a:picLocks noChangeAspect="1"/>
          </p:cNvPicPr>
          <p:nvPr/>
        </p:nvPicPr>
        <p:blipFill rotWithShape="1">
          <a:blip r:embed="rId2"/>
          <a:srcRect l="32395" r="563" b="-1"/>
          <a:stretch/>
        </p:blipFill>
        <p:spPr>
          <a:xfrm>
            <a:off x="5304147" y="10"/>
            <a:ext cx="6887853" cy="6857990"/>
          </a:xfrm>
          <a:prstGeom prst="rect">
            <a:avLst/>
          </a:prstGeom>
        </p:spPr>
      </p:pic>
    </p:spTree>
    <p:extLst>
      <p:ext uri="{BB962C8B-B14F-4D97-AF65-F5344CB8AC3E}">
        <p14:creationId xmlns:p14="http://schemas.microsoft.com/office/powerpoint/2010/main" val="4017403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1806" y="509909"/>
            <a:ext cx="5056143" cy="472187"/>
          </a:xfrm>
        </p:spPr>
        <p:txBody>
          <a:bodyPr>
            <a:normAutofit fontScale="90000"/>
          </a:bodyPr>
          <a:lstStyle/>
          <a:p>
            <a:pPr algn="ctr"/>
            <a:r>
              <a:rPr lang="en-US" sz="2800" b="1" dirty="0">
                <a:latin typeface="Arial" panose="020B0604020202020204" pitchFamily="34" charset="0"/>
                <a:cs typeface="Arial" panose="020B0604020202020204" pitchFamily="34" charset="0"/>
              </a:rPr>
              <a:t>Ultrasonic Sensor</a:t>
            </a:r>
            <a:endParaRPr lang="en-US" sz="2800" dirty="0">
              <a:latin typeface="Arial" panose="020B0604020202020204" pitchFamily="34" charset="0"/>
              <a:cs typeface="Arial" panose="020B0604020202020204" pitchFamily="34" charset="0"/>
            </a:endParaRPr>
          </a:p>
        </p:txBody>
      </p:sp>
      <p:sp>
        <p:nvSpPr>
          <p:cNvPr id="3" name="Text Placeholder 2"/>
          <p:cNvSpPr>
            <a:spLocks noGrp="1"/>
          </p:cNvSpPr>
          <p:nvPr>
            <p:ph type="body" idx="1"/>
          </p:nvPr>
        </p:nvSpPr>
        <p:spPr>
          <a:xfrm>
            <a:off x="100134" y="1825506"/>
            <a:ext cx="6451541" cy="2616964"/>
          </a:xfrm>
        </p:spPr>
        <p:txBody>
          <a:bodyPr>
            <a:normAutofit/>
          </a:bodyPr>
          <a:lstStyle/>
          <a:p>
            <a:pPr marL="342900" indent="-342900">
              <a:buFont typeface="Wingdings" panose="05000000000000000000" pitchFamily="2" charset="2"/>
              <a:buChar char="v"/>
            </a:pPr>
            <a:r>
              <a:rPr lang="en-US" sz="2000" b="0" i="0" dirty="0">
                <a:solidFill>
                  <a:schemeClr val="tx2"/>
                </a:solidFill>
                <a:effectLst/>
                <a:latin typeface="Roboto" panose="020B0604020202020204" pitchFamily="2" charset="0"/>
              </a:rPr>
              <a:t>An ultrasonic sensor is a device that </a:t>
            </a:r>
            <a:r>
              <a:rPr lang="en-US" sz="2000" i="0" dirty="0">
                <a:solidFill>
                  <a:schemeClr val="tx2"/>
                </a:solidFill>
                <a:effectLst/>
                <a:latin typeface="Roboto" panose="020B0604020202020204" pitchFamily="2" charset="0"/>
              </a:rPr>
              <a:t>detects</a:t>
            </a:r>
            <a:r>
              <a:rPr lang="en-US" sz="2000" b="0" i="0" dirty="0">
                <a:solidFill>
                  <a:schemeClr val="tx2"/>
                </a:solidFill>
                <a:effectLst/>
                <a:latin typeface="Roboto" panose="020B0604020202020204" pitchFamily="2" charset="0"/>
              </a:rPr>
              <a:t> an object and </a:t>
            </a:r>
            <a:r>
              <a:rPr lang="en-US" sz="2000" i="0" dirty="0">
                <a:solidFill>
                  <a:schemeClr val="tx2"/>
                </a:solidFill>
                <a:effectLst/>
                <a:latin typeface="Roboto" panose="020B0604020202020204" pitchFamily="2" charset="0"/>
              </a:rPr>
              <a:t>measures</a:t>
            </a:r>
            <a:r>
              <a:rPr lang="en-US" sz="2000" b="0" i="0" dirty="0">
                <a:solidFill>
                  <a:schemeClr val="tx2"/>
                </a:solidFill>
                <a:effectLst/>
                <a:latin typeface="Roboto" panose="020B0604020202020204" pitchFamily="2" charset="0"/>
              </a:rPr>
              <a:t> the distance to it.</a:t>
            </a:r>
          </a:p>
          <a:p>
            <a:endParaRPr lang="en-US" sz="2000" b="0" i="0" dirty="0">
              <a:solidFill>
                <a:schemeClr val="tx2"/>
              </a:solidFill>
              <a:effectLst/>
              <a:latin typeface="Roboto" panose="020B0604020202020204" pitchFamily="2" charset="0"/>
            </a:endParaRPr>
          </a:p>
          <a:p>
            <a:pPr marL="342900" indent="-342900">
              <a:buFont typeface="Wingdings" panose="05000000000000000000" pitchFamily="2" charset="2"/>
              <a:buChar char="v"/>
            </a:pPr>
            <a:r>
              <a:rPr lang="en-US" sz="2000" b="0" i="0" dirty="0">
                <a:solidFill>
                  <a:schemeClr val="tx2"/>
                </a:solidFill>
                <a:effectLst/>
                <a:latin typeface="Roboto" panose="02000000000000000000" pitchFamily="2" charset="0"/>
              </a:rPr>
              <a:t>It measures the distance by </a:t>
            </a:r>
            <a:r>
              <a:rPr lang="en-US" sz="2000" i="0" dirty="0">
                <a:solidFill>
                  <a:schemeClr val="tx2"/>
                </a:solidFill>
                <a:effectLst/>
                <a:latin typeface="Roboto" panose="02000000000000000000" pitchFamily="2" charset="0"/>
              </a:rPr>
              <a:t>emitting</a:t>
            </a:r>
            <a:r>
              <a:rPr lang="en-US" sz="2000" b="0" i="0" dirty="0">
                <a:solidFill>
                  <a:schemeClr val="tx2"/>
                </a:solidFill>
                <a:effectLst/>
                <a:latin typeface="Roboto" panose="02000000000000000000" pitchFamily="2" charset="0"/>
              </a:rPr>
              <a:t> ultrasound and </a:t>
            </a:r>
            <a:r>
              <a:rPr lang="en-US" sz="2000" i="0" dirty="0">
                <a:solidFill>
                  <a:schemeClr val="tx2"/>
                </a:solidFill>
                <a:effectLst/>
                <a:latin typeface="Roboto" panose="02000000000000000000" pitchFamily="2" charset="0"/>
              </a:rPr>
              <a:t>receiving</a:t>
            </a:r>
            <a:r>
              <a:rPr lang="en-US" sz="2000" b="0" i="0" dirty="0">
                <a:solidFill>
                  <a:schemeClr val="tx2"/>
                </a:solidFill>
                <a:effectLst/>
                <a:latin typeface="Roboto" panose="02000000000000000000" pitchFamily="2" charset="0"/>
              </a:rPr>
              <a:t> the wave that the object reflects.</a:t>
            </a:r>
            <a:endParaRPr lang="en-US" sz="2000" dirty="0">
              <a:solidFill>
                <a:schemeClr val="tx2"/>
              </a:solidFill>
              <a:latin typeface="Arial" panose="020B0604020202020204" pitchFamily="34" charset="0"/>
              <a:cs typeface="Arial" panose="020B0604020202020204" pitchFamily="34" charset="0"/>
            </a:endParaRPr>
          </a:p>
          <a:p>
            <a:endParaRPr lang="en-US" sz="2000" b="0" i="0" dirty="0">
              <a:solidFill>
                <a:schemeClr val="tx2"/>
              </a:solidFill>
              <a:effectLst/>
              <a:latin typeface="Lato" panose="020B0604020202020204" pitchFamily="34" charset="0"/>
            </a:endParaRPr>
          </a:p>
          <a:p>
            <a:endParaRPr lang="en-US" dirty="0"/>
          </a:p>
        </p:txBody>
      </p:sp>
      <p:sp>
        <p:nvSpPr>
          <p:cNvPr id="4" name="Content Placeholder 3"/>
          <p:cNvSpPr>
            <a:spLocks noGrp="1"/>
          </p:cNvSpPr>
          <p:nvPr>
            <p:ph sz="half" idx="2"/>
          </p:nvPr>
        </p:nvSpPr>
        <p:spPr>
          <a:xfrm>
            <a:off x="343706" y="4240764"/>
            <a:ext cx="5296619" cy="2389094"/>
          </a:xfrm>
          <a:solidFill>
            <a:schemeClr val="bg1"/>
          </a:solidFill>
          <a:effectLst>
            <a:innerShdw blurRad="114300">
              <a:prstClr val="black"/>
            </a:innerShdw>
          </a:effectLst>
        </p:spPr>
        <p:txBody>
          <a:bodyPr>
            <a:normAutofit/>
          </a:bodyPr>
          <a:lstStyle/>
          <a:p>
            <a:r>
              <a:rPr lang="en-US" sz="2000" b="1" dirty="0">
                <a:latin typeface="Arial" panose="020B0604020202020204" pitchFamily="34" charset="0"/>
                <a:cs typeface="Arial" panose="020B0604020202020204" pitchFamily="34" charset="0"/>
              </a:rPr>
              <a:t>It has two main components</a:t>
            </a:r>
          </a:p>
          <a:p>
            <a:pPr marL="457200" indent="-457200">
              <a:buFont typeface="+mj-lt"/>
              <a:buAutoNum type="arabicParenR"/>
            </a:pPr>
            <a:r>
              <a:rPr lang="en-US" sz="2000" b="1" dirty="0">
                <a:solidFill>
                  <a:schemeClr val="tx2"/>
                </a:solidFill>
                <a:latin typeface="Arial" panose="020B0604020202020204" pitchFamily="34" charset="0"/>
                <a:cs typeface="Arial" panose="020B0604020202020204" pitchFamily="34" charset="0"/>
              </a:rPr>
              <a:t>Transmitter</a:t>
            </a:r>
            <a:r>
              <a:rPr lang="en-US" sz="2000" dirty="0">
                <a:solidFill>
                  <a:schemeClr val="tx2"/>
                </a:solidFill>
                <a:latin typeface="Arial" panose="020B0604020202020204" pitchFamily="34" charset="0"/>
                <a:cs typeface="Arial" panose="020B0604020202020204" pitchFamily="34" charset="0"/>
              </a:rPr>
              <a:t> : For sending ultrasonic sound waves</a:t>
            </a:r>
          </a:p>
          <a:p>
            <a:pPr marL="457200" indent="-457200">
              <a:buFont typeface="+mj-lt"/>
              <a:buAutoNum type="arabicParenR"/>
            </a:pPr>
            <a:r>
              <a:rPr lang="en-US" sz="2000" b="1" dirty="0">
                <a:solidFill>
                  <a:schemeClr val="tx2"/>
                </a:solidFill>
                <a:latin typeface="Arial" panose="020B0604020202020204" pitchFamily="34" charset="0"/>
                <a:cs typeface="Arial" panose="020B0604020202020204" pitchFamily="34" charset="0"/>
              </a:rPr>
              <a:t>Receiver </a:t>
            </a:r>
            <a:r>
              <a:rPr lang="en-US" sz="2000" dirty="0">
                <a:solidFill>
                  <a:schemeClr val="tx2"/>
                </a:solidFill>
                <a:latin typeface="Arial" panose="020B0604020202020204" pitchFamily="34" charset="0"/>
                <a:cs typeface="Arial" panose="020B0604020202020204" pitchFamily="34" charset="0"/>
              </a:rPr>
              <a:t>: For receiving ultrasonic sound waves(echo)</a:t>
            </a:r>
          </a:p>
        </p:txBody>
      </p:sp>
      <p:pic>
        <p:nvPicPr>
          <p:cNvPr id="12" name="Picture 8">
            <a:extLst>
              <a:ext uri="{FF2B5EF4-FFF2-40B4-BE49-F238E27FC236}">
                <a16:creationId xmlns:a16="http://schemas.microsoft.com/office/drawing/2014/main" id="{87C7E9E0-B88A-5280-55D5-81AEC2451351}"/>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7135856" y="1605143"/>
            <a:ext cx="5056144" cy="3370762"/>
          </a:xfrm>
          <a:prstGeom prst="rect">
            <a:avLst/>
          </a:prstGeom>
          <a:noFill/>
          <a:effectLst>
            <a:innerShdw blurRad="114300">
              <a:prstClr val="black"/>
            </a:innerShd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69B719B-8F22-16E1-4834-4530F3057A80}"/>
              </a:ext>
            </a:extLst>
          </p:cNvPr>
          <p:cNvSpPr txBox="1"/>
          <p:nvPr/>
        </p:nvSpPr>
        <p:spPr>
          <a:xfrm>
            <a:off x="6551675" y="5369857"/>
            <a:ext cx="2073943" cy="369332"/>
          </a:xfrm>
          <a:prstGeom prst="rect">
            <a:avLst/>
          </a:prstGeom>
          <a:solidFill>
            <a:schemeClr val="accent5">
              <a:lumMod val="20000"/>
              <a:lumOff val="80000"/>
            </a:schemeClr>
          </a:solidFill>
          <a:effectLst>
            <a:innerShdw blurRad="114300">
              <a:prstClr val="black"/>
            </a:innerShdw>
          </a:effectLst>
        </p:spPr>
        <p:txBody>
          <a:bodyPr wrap="square" rtlCol="0">
            <a:spAutoFit/>
          </a:bodyPr>
          <a:lstStyle/>
          <a:p>
            <a:r>
              <a:rPr lang="en-US" b="1" dirty="0">
                <a:solidFill>
                  <a:srgbClr val="C00000"/>
                </a:solidFill>
              </a:rPr>
              <a:t>T = Transmitter</a:t>
            </a:r>
          </a:p>
        </p:txBody>
      </p:sp>
      <p:cxnSp>
        <p:nvCxnSpPr>
          <p:cNvPr id="16" name="Connector: Elbow 15">
            <a:extLst>
              <a:ext uri="{FF2B5EF4-FFF2-40B4-BE49-F238E27FC236}">
                <a16:creationId xmlns:a16="http://schemas.microsoft.com/office/drawing/2014/main" id="{812A1A03-34D5-FAB9-2438-68A8C8138690}"/>
              </a:ext>
            </a:extLst>
          </p:cNvPr>
          <p:cNvCxnSpPr>
            <a:cxnSpLocks/>
          </p:cNvCxnSpPr>
          <p:nvPr/>
        </p:nvCxnSpPr>
        <p:spPr>
          <a:xfrm rot="5400000">
            <a:off x="7248434" y="4254176"/>
            <a:ext cx="1397601" cy="833766"/>
          </a:xfrm>
          <a:prstGeom prst="bentConnector3">
            <a:avLst/>
          </a:prstGeom>
          <a:ln>
            <a:solidFill>
              <a:srgbClr val="FF0000"/>
            </a:solidFill>
            <a:tailEnd type="triangle"/>
          </a:ln>
        </p:spPr>
        <p:style>
          <a:lnRef idx="3">
            <a:schemeClr val="accent5"/>
          </a:lnRef>
          <a:fillRef idx="0">
            <a:schemeClr val="accent5"/>
          </a:fillRef>
          <a:effectRef idx="2">
            <a:schemeClr val="accent5"/>
          </a:effectRef>
          <a:fontRef idx="minor">
            <a:schemeClr val="tx1"/>
          </a:fontRef>
        </p:style>
      </p:cxnSp>
      <p:cxnSp>
        <p:nvCxnSpPr>
          <p:cNvPr id="26" name="Connector: Elbow 25">
            <a:extLst>
              <a:ext uri="{FF2B5EF4-FFF2-40B4-BE49-F238E27FC236}">
                <a16:creationId xmlns:a16="http://schemas.microsoft.com/office/drawing/2014/main" id="{F6594C18-FDDB-A779-7438-93B7DCBB9CD6}"/>
              </a:ext>
            </a:extLst>
          </p:cNvPr>
          <p:cNvCxnSpPr>
            <a:cxnSpLocks/>
          </p:cNvCxnSpPr>
          <p:nvPr/>
        </p:nvCxnSpPr>
        <p:spPr>
          <a:xfrm rot="16200000" flipH="1">
            <a:off x="10515602" y="4392709"/>
            <a:ext cx="1398491" cy="555807"/>
          </a:xfrm>
          <a:prstGeom prst="bentConnector3">
            <a:avLst/>
          </a:prstGeom>
          <a:ln>
            <a:solidFill>
              <a:srgbClr val="00B050"/>
            </a:solidFill>
            <a:tailEnd type="triangle"/>
          </a:ln>
        </p:spPr>
        <p:style>
          <a:lnRef idx="3">
            <a:schemeClr val="accent3"/>
          </a:lnRef>
          <a:fillRef idx="0">
            <a:schemeClr val="accent3"/>
          </a:fillRef>
          <a:effectRef idx="2">
            <a:schemeClr val="accent3"/>
          </a:effectRef>
          <a:fontRef idx="minor">
            <a:schemeClr val="tx1"/>
          </a:fontRef>
        </p:style>
      </p:cxnSp>
      <p:sp>
        <p:nvSpPr>
          <p:cNvPr id="31" name="TextBox 30">
            <a:extLst>
              <a:ext uri="{FF2B5EF4-FFF2-40B4-BE49-F238E27FC236}">
                <a16:creationId xmlns:a16="http://schemas.microsoft.com/office/drawing/2014/main" id="{786FFD0C-5DEB-F6A4-D51C-9DC4973DF06C}"/>
              </a:ext>
            </a:extLst>
          </p:cNvPr>
          <p:cNvSpPr txBox="1"/>
          <p:nvPr/>
        </p:nvSpPr>
        <p:spPr>
          <a:xfrm>
            <a:off x="10494618" y="5369857"/>
            <a:ext cx="1640193" cy="369332"/>
          </a:xfrm>
          <a:prstGeom prst="rect">
            <a:avLst/>
          </a:prstGeom>
          <a:solidFill>
            <a:schemeClr val="accent3">
              <a:lumMod val="20000"/>
              <a:lumOff val="80000"/>
            </a:schemeClr>
          </a:solidFill>
          <a:effectLst>
            <a:innerShdw blurRad="114300">
              <a:prstClr val="black"/>
            </a:innerShdw>
          </a:effectLst>
        </p:spPr>
        <p:txBody>
          <a:bodyPr wrap="none" rtlCol="0">
            <a:spAutoFit/>
          </a:bodyPr>
          <a:lstStyle/>
          <a:p>
            <a:r>
              <a:rPr lang="en-US" b="1" dirty="0">
                <a:solidFill>
                  <a:srgbClr val="00B050"/>
                </a:solidFill>
              </a:rPr>
              <a:t>R = Receiver</a:t>
            </a:r>
            <a:endParaRPr lang="en-IN" b="1" dirty="0">
              <a:solidFill>
                <a:srgbClr val="00B050"/>
              </a:solidFill>
            </a:endParaRPr>
          </a:p>
        </p:txBody>
      </p:sp>
      <p:sp>
        <p:nvSpPr>
          <p:cNvPr id="5" name="Arrow: Left 4">
            <a:extLst>
              <a:ext uri="{FF2B5EF4-FFF2-40B4-BE49-F238E27FC236}">
                <a16:creationId xmlns:a16="http://schemas.microsoft.com/office/drawing/2014/main" id="{03F96CCF-E478-E68A-51D2-9A5B1CFFB978}"/>
              </a:ext>
            </a:extLst>
          </p:cNvPr>
          <p:cNvSpPr/>
          <p:nvPr/>
        </p:nvSpPr>
        <p:spPr>
          <a:xfrm>
            <a:off x="5631360" y="3397355"/>
            <a:ext cx="1495531" cy="369332"/>
          </a:xfrm>
          <a:prstGeom prst="leftArrow">
            <a:avLst>
              <a:gd name="adj1" fmla="val 50000"/>
              <a:gd name="adj2" fmla="val 63290"/>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6584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59" name="Isosceles Triangle 2058">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7" name="Title 1">
            <a:extLst>
              <a:ext uri="{FF2B5EF4-FFF2-40B4-BE49-F238E27FC236}">
                <a16:creationId xmlns:a16="http://schemas.microsoft.com/office/drawing/2014/main" id="{0841EED0-21D6-B5B0-8F4E-F9C29F51726D}"/>
              </a:ext>
            </a:extLst>
          </p:cNvPr>
          <p:cNvSpPr txBox="1">
            <a:spLocks/>
          </p:cNvSpPr>
          <p:nvPr/>
        </p:nvSpPr>
        <p:spPr>
          <a:xfrm>
            <a:off x="673754" y="643467"/>
            <a:ext cx="4203045" cy="13756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lumMod val="50000"/>
                  </a:schemeClr>
                </a:solidFill>
                <a:latin typeface="+mj-lt"/>
                <a:ea typeface="+mj-ea"/>
                <a:cs typeface="+mj-cs"/>
              </a:defRPr>
            </a:lvl1pPr>
          </a:lstStyle>
          <a:p>
            <a:pPr defTabSz="457200">
              <a:spcAft>
                <a:spcPts val="600"/>
              </a:spcAft>
            </a:pPr>
            <a:r>
              <a:rPr lang="en-US" b="1" cap="all" baseline="0">
                <a:solidFill>
                  <a:schemeClr val="bg1"/>
                </a:solidFill>
              </a:rPr>
              <a:t>Raspberry PI</a:t>
            </a:r>
            <a:endParaRPr lang="en-US" cap="all" baseline="0">
              <a:solidFill>
                <a:schemeClr val="bg1"/>
              </a:solidFill>
            </a:endParaRPr>
          </a:p>
        </p:txBody>
      </p:sp>
      <p:sp>
        <p:nvSpPr>
          <p:cNvPr id="3" name="Content Placeholder 2">
            <a:extLst>
              <a:ext uri="{FF2B5EF4-FFF2-40B4-BE49-F238E27FC236}">
                <a16:creationId xmlns:a16="http://schemas.microsoft.com/office/drawing/2014/main" id="{B7F36747-AD30-2BF4-5205-C61E215A7E61}"/>
              </a:ext>
            </a:extLst>
          </p:cNvPr>
          <p:cNvSpPr>
            <a:spLocks noGrp="1"/>
          </p:cNvSpPr>
          <p:nvPr>
            <p:ph idx="1"/>
          </p:nvPr>
        </p:nvSpPr>
        <p:spPr>
          <a:xfrm>
            <a:off x="673754" y="2160590"/>
            <a:ext cx="3973943" cy="3440110"/>
          </a:xfrm>
        </p:spPr>
        <p:txBody>
          <a:bodyPr vert="horz" lIns="91440" tIns="45720" rIns="91440" bIns="45720" rtlCol="0">
            <a:normAutofit/>
          </a:bodyPr>
          <a:lstStyle/>
          <a:p>
            <a:r>
              <a:rPr lang="en-US" i="0">
                <a:solidFill>
                  <a:schemeClr val="bg1"/>
                </a:solidFill>
                <a:effectLst/>
              </a:rPr>
              <a:t>Raspberry Pi is defined as a minicomputer the size of a credit card that is interoperable with any input and output hardware device like a monitor, a television, a mouse, or a keyboard – effectively converting the set-up into a full-fledged PC at a low cost</a:t>
            </a:r>
            <a:endParaRPr lang="en-US">
              <a:solidFill>
                <a:schemeClr val="bg1"/>
              </a:solidFill>
            </a:endParaRPr>
          </a:p>
        </p:txBody>
      </p:sp>
      <p:pic>
        <p:nvPicPr>
          <p:cNvPr id="2050" name="Picture 2" descr="raspbian - Raspberry pi 2 has a unified RCA and audio jack. What cable  should i use to connect to an analog TV? - Raspberry Pi Stack Exchange">
            <a:extLst>
              <a:ext uri="{FF2B5EF4-FFF2-40B4-BE49-F238E27FC236}">
                <a16:creationId xmlns:a16="http://schemas.microsoft.com/office/drawing/2014/main" id="{6052D51A-662F-5BA6-DA1F-A5272D1D199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1" y="2014709"/>
            <a:ext cx="5143500" cy="2816066"/>
          </a:xfrm>
          <a:prstGeom prst="rect">
            <a:avLst/>
          </a:prstGeom>
          <a:noFill/>
          <a:extLst>
            <a:ext uri="{909E8E84-426E-40DD-AFC4-6F175D3DCCD1}">
              <a14:hiddenFill xmlns:a14="http://schemas.microsoft.com/office/drawing/2010/main">
                <a:solidFill>
                  <a:srgbClr val="FFFFFF"/>
                </a:solidFill>
              </a14:hiddenFill>
            </a:ext>
          </a:extLst>
        </p:spPr>
      </p:pic>
      <p:sp>
        <p:nvSpPr>
          <p:cNvPr id="2061" name="Isosceles Triangle 2060">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16403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0841EED0-21D6-B5B0-8F4E-F9C29F51726D}"/>
              </a:ext>
            </a:extLst>
          </p:cNvPr>
          <p:cNvSpPr txBox="1">
            <a:spLocks/>
          </p:cNvSpPr>
          <p:nvPr/>
        </p:nvSpPr>
        <p:spPr>
          <a:xfrm>
            <a:off x="1286933" y="609600"/>
            <a:ext cx="10197494" cy="1099457"/>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kern="1200">
                <a:solidFill>
                  <a:schemeClr val="tx1">
                    <a:lumMod val="50000"/>
                  </a:schemeClr>
                </a:solidFill>
                <a:latin typeface="+mj-lt"/>
                <a:ea typeface="+mj-ea"/>
                <a:cs typeface="+mj-cs"/>
              </a:defRPr>
            </a:lvl1pPr>
          </a:lstStyle>
          <a:p>
            <a:pPr defTabSz="457200">
              <a:spcAft>
                <a:spcPts val="600"/>
              </a:spcAft>
            </a:pPr>
            <a:r>
              <a:rPr lang="en-US" b="1" cap="all">
                <a:solidFill>
                  <a:schemeClr val="accent1"/>
                </a:solidFill>
              </a:rPr>
              <a:t>WORKING</a:t>
            </a:r>
            <a:endParaRPr lang="en-US" cap="all">
              <a:solidFill>
                <a:schemeClr val="accent1"/>
              </a:solidFill>
            </a:endParaRPr>
          </a:p>
        </p:txBody>
      </p:sp>
      <p:sp>
        <p:nvSpPr>
          <p:cNvPr id="55" name="Isosceles Triangle 5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57" name="Isosceles Triangle 5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nvGrpSpPr>
          <p:cNvPr id="48" name="Group 47">
            <a:extLst>
              <a:ext uri="{FF2B5EF4-FFF2-40B4-BE49-F238E27FC236}">
                <a16:creationId xmlns:a16="http://schemas.microsoft.com/office/drawing/2014/main" id="{951D5866-455B-83E9-6099-342401BD912D}"/>
              </a:ext>
            </a:extLst>
          </p:cNvPr>
          <p:cNvGrpSpPr/>
          <p:nvPr/>
        </p:nvGrpSpPr>
        <p:grpSpPr>
          <a:xfrm>
            <a:off x="2131544" y="1948543"/>
            <a:ext cx="7928908" cy="4093484"/>
            <a:chOff x="1054359" y="1199035"/>
            <a:chExt cx="10524931" cy="5433734"/>
          </a:xfrm>
        </p:grpSpPr>
        <p:sp>
          <p:nvSpPr>
            <p:cNvPr id="5" name="Rectangle 4">
              <a:extLst>
                <a:ext uri="{FF2B5EF4-FFF2-40B4-BE49-F238E27FC236}">
                  <a16:creationId xmlns:a16="http://schemas.microsoft.com/office/drawing/2014/main" id="{50D97D69-733F-D8DC-0C03-F8C36AFA42D5}"/>
                </a:ext>
              </a:extLst>
            </p:cNvPr>
            <p:cNvSpPr/>
            <p:nvPr/>
          </p:nvSpPr>
          <p:spPr>
            <a:xfrm>
              <a:off x="1054359" y="1213969"/>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2800"/>
                <a:t>Smart Eye Glass</a:t>
              </a:r>
            </a:p>
          </p:txBody>
        </p:sp>
        <p:cxnSp>
          <p:nvCxnSpPr>
            <p:cNvPr id="10" name="Straight Arrow Connector 9">
              <a:extLst>
                <a:ext uri="{FF2B5EF4-FFF2-40B4-BE49-F238E27FC236}">
                  <a16:creationId xmlns:a16="http://schemas.microsoft.com/office/drawing/2014/main" id="{20CCBE69-1D4F-1E6E-521B-F2A59ED83EBA}"/>
                </a:ext>
              </a:extLst>
            </p:cNvPr>
            <p:cNvCxnSpPr>
              <a:stCxn id="5" idx="3"/>
            </p:cNvCxnSpPr>
            <p:nvPr/>
          </p:nvCxnSpPr>
          <p:spPr>
            <a:xfrm flipV="1">
              <a:off x="3520610" y="1830431"/>
              <a:ext cx="154989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CFD5A70-764C-92FA-812D-5692B18A9262}"/>
                </a:ext>
              </a:extLst>
            </p:cNvPr>
            <p:cNvSpPr/>
            <p:nvPr/>
          </p:nvSpPr>
          <p:spPr>
            <a:xfrm>
              <a:off x="5070501" y="1213969"/>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2000"/>
                <a:t>Check if it’s a human or not</a:t>
              </a:r>
            </a:p>
          </p:txBody>
        </p:sp>
        <p:sp>
          <p:nvSpPr>
            <p:cNvPr id="12" name="Rectangle 11">
              <a:extLst>
                <a:ext uri="{FF2B5EF4-FFF2-40B4-BE49-F238E27FC236}">
                  <a16:creationId xmlns:a16="http://schemas.microsoft.com/office/drawing/2014/main" id="{A03EED62-3479-D0D9-1920-90F65282D0BE}"/>
                </a:ext>
              </a:extLst>
            </p:cNvPr>
            <p:cNvSpPr/>
            <p:nvPr/>
          </p:nvSpPr>
          <p:spPr>
            <a:xfrm>
              <a:off x="9113039" y="1213968"/>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2000"/>
                <a:t>Run facial recognition model</a:t>
              </a:r>
            </a:p>
          </p:txBody>
        </p:sp>
        <p:sp>
          <p:nvSpPr>
            <p:cNvPr id="13" name="Rectangle 12">
              <a:extLst>
                <a:ext uri="{FF2B5EF4-FFF2-40B4-BE49-F238E27FC236}">
                  <a16:creationId xmlns:a16="http://schemas.microsoft.com/office/drawing/2014/main" id="{83ADE730-B0E4-B7C3-34A7-367E5FDFF85C}"/>
                </a:ext>
              </a:extLst>
            </p:cNvPr>
            <p:cNvSpPr/>
            <p:nvPr/>
          </p:nvSpPr>
          <p:spPr>
            <a:xfrm>
              <a:off x="7351972" y="3306905"/>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2800"/>
                <a:t>Calculate distance</a:t>
              </a:r>
            </a:p>
          </p:txBody>
        </p:sp>
        <p:sp>
          <p:nvSpPr>
            <p:cNvPr id="14" name="Rectangle 13">
              <a:extLst>
                <a:ext uri="{FF2B5EF4-FFF2-40B4-BE49-F238E27FC236}">
                  <a16:creationId xmlns:a16="http://schemas.microsoft.com/office/drawing/2014/main" id="{015AD24F-A1FA-4C6D-9675-2BA922B6B5B2}"/>
                </a:ext>
              </a:extLst>
            </p:cNvPr>
            <p:cNvSpPr/>
            <p:nvPr/>
          </p:nvSpPr>
          <p:spPr>
            <a:xfrm>
              <a:off x="7322248" y="5399843"/>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2000"/>
                <a:t>Alert the user using voice</a:t>
              </a:r>
            </a:p>
          </p:txBody>
        </p:sp>
        <p:cxnSp>
          <p:nvCxnSpPr>
            <p:cNvPr id="15" name="Straight Arrow Connector 14">
              <a:extLst>
                <a:ext uri="{FF2B5EF4-FFF2-40B4-BE49-F238E27FC236}">
                  <a16:creationId xmlns:a16="http://schemas.microsoft.com/office/drawing/2014/main" id="{F98A4B9A-1452-2305-AE2F-13A286C135F9}"/>
                </a:ext>
              </a:extLst>
            </p:cNvPr>
            <p:cNvCxnSpPr/>
            <p:nvPr/>
          </p:nvCxnSpPr>
          <p:spPr>
            <a:xfrm flipV="1">
              <a:off x="7536752" y="1830430"/>
              <a:ext cx="154989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018F36BD-E323-A7BD-0FEF-09AF7D4D19A8}"/>
                </a:ext>
              </a:extLst>
            </p:cNvPr>
            <p:cNvCxnSpPr>
              <a:stCxn id="11" idx="2"/>
              <a:endCxn id="12" idx="2"/>
            </p:cNvCxnSpPr>
            <p:nvPr/>
          </p:nvCxnSpPr>
          <p:spPr>
            <a:xfrm rot="5400000" flipH="1" flipV="1">
              <a:off x="8324895" y="425625"/>
              <a:ext cx="1" cy="4042538"/>
            </a:xfrm>
            <a:prstGeom prst="bentConnector3">
              <a:avLst>
                <a:gd name="adj1" fmla="val -22860000000"/>
              </a:avLst>
            </a:prstGeom>
            <a:ln w="38100"/>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1DC525B-5859-23AF-A055-A0C717240DEF}"/>
                </a:ext>
              </a:extLst>
            </p:cNvPr>
            <p:cNvCxnSpPr>
              <a:cxnSpLocks/>
              <a:endCxn id="13" idx="0"/>
            </p:cNvCxnSpPr>
            <p:nvPr/>
          </p:nvCxnSpPr>
          <p:spPr>
            <a:xfrm>
              <a:off x="8570236" y="2846093"/>
              <a:ext cx="14862" cy="4608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71A2A59-5521-FF78-074D-48D832BF4049}"/>
                </a:ext>
              </a:extLst>
            </p:cNvPr>
            <p:cNvCxnSpPr>
              <a:stCxn id="13" idx="2"/>
              <a:endCxn id="14" idx="0"/>
            </p:cNvCxnSpPr>
            <p:nvPr/>
          </p:nvCxnSpPr>
          <p:spPr>
            <a:xfrm flipH="1">
              <a:off x="8555374" y="4539831"/>
              <a:ext cx="29724" cy="8600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18F8893-7D51-B86F-DFD8-B6B2DA5B6A11}"/>
                </a:ext>
              </a:extLst>
            </p:cNvPr>
            <p:cNvSpPr txBox="1"/>
            <p:nvPr/>
          </p:nvSpPr>
          <p:spPr>
            <a:xfrm>
              <a:off x="3557346" y="1199035"/>
              <a:ext cx="1539551" cy="646331"/>
            </a:xfrm>
            <a:prstGeom prst="rect">
              <a:avLst/>
            </a:prstGeom>
            <a:noFill/>
          </p:spPr>
          <p:txBody>
            <a:bodyPr wrap="square" rtlCol="0">
              <a:normAutofit/>
            </a:bodyPr>
            <a:lstStyle/>
            <a:p>
              <a:pPr>
                <a:lnSpc>
                  <a:spcPct val="90000"/>
                </a:lnSpc>
                <a:spcAft>
                  <a:spcPts val="600"/>
                </a:spcAft>
              </a:pPr>
              <a:r>
                <a:rPr lang="en-IN" sz="1300" b="1"/>
                <a:t>If obstacle is detected</a:t>
              </a:r>
            </a:p>
          </p:txBody>
        </p:sp>
        <p:sp>
          <p:nvSpPr>
            <p:cNvPr id="43" name="TextBox 42">
              <a:extLst>
                <a:ext uri="{FF2B5EF4-FFF2-40B4-BE49-F238E27FC236}">
                  <a16:creationId xmlns:a16="http://schemas.microsoft.com/office/drawing/2014/main" id="{3BBA5B1C-5378-13DD-F3C8-D65A7AC3F5D2}"/>
                </a:ext>
              </a:extLst>
            </p:cNvPr>
            <p:cNvSpPr txBox="1"/>
            <p:nvPr/>
          </p:nvSpPr>
          <p:spPr>
            <a:xfrm>
              <a:off x="7573488" y="1396870"/>
              <a:ext cx="1539551" cy="369332"/>
            </a:xfrm>
            <a:prstGeom prst="rect">
              <a:avLst/>
            </a:prstGeom>
            <a:noFill/>
          </p:spPr>
          <p:txBody>
            <a:bodyPr wrap="square" rtlCol="0">
              <a:normAutofit/>
            </a:bodyPr>
            <a:lstStyle/>
            <a:p>
              <a:pPr algn="ctr">
                <a:lnSpc>
                  <a:spcPct val="90000"/>
                </a:lnSpc>
                <a:spcAft>
                  <a:spcPts val="600"/>
                </a:spcAft>
              </a:pPr>
              <a:r>
                <a:rPr lang="en-IN" sz="1300" b="1"/>
                <a:t>If human</a:t>
              </a:r>
            </a:p>
          </p:txBody>
        </p:sp>
        <p:sp>
          <p:nvSpPr>
            <p:cNvPr id="44" name="TextBox 43">
              <a:extLst>
                <a:ext uri="{FF2B5EF4-FFF2-40B4-BE49-F238E27FC236}">
                  <a16:creationId xmlns:a16="http://schemas.microsoft.com/office/drawing/2014/main" id="{F14460E8-3F2B-D5F5-E8E6-7DC93C9A1D04}"/>
                </a:ext>
              </a:extLst>
            </p:cNvPr>
            <p:cNvSpPr txBox="1"/>
            <p:nvPr/>
          </p:nvSpPr>
          <p:spPr>
            <a:xfrm>
              <a:off x="4889382" y="2476762"/>
              <a:ext cx="1539551" cy="369332"/>
            </a:xfrm>
            <a:prstGeom prst="rect">
              <a:avLst/>
            </a:prstGeom>
            <a:noFill/>
          </p:spPr>
          <p:txBody>
            <a:bodyPr wrap="square" rtlCol="0">
              <a:normAutofit/>
            </a:bodyPr>
            <a:lstStyle/>
            <a:p>
              <a:pPr algn="ctr">
                <a:lnSpc>
                  <a:spcPct val="90000"/>
                </a:lnSpc>
                <a:spcAft>
                  <a:spcPts val="600"/>
                </a:spcAft>
              </a:pPr>
              <a:r>
                <a:rPr lang="en-IN" sz="1300" b="1"/>
                <a:t>If not</a:t>
              </a:r>
            </a:p>
          </p:txBody>
        </p:sp>
        <p:cxnSp>
          <p:nvCxnSpPr>
            <p:cNvPr id="46" name="Connector: Elbow 45">
              <a:extLst>
                <a:ext uri="{FF2B5EF4-FFF2-40B4-BE49-F238E27FC236}">
                  <a16:creationId xmlns:a16="http://schemas.microsoft.com/office/drawing/2014/main" id="{79FE0C57-7515-D8BC-036A-00209660CE09}"/>
                </a:ext>
              </a:extLst>
            </p:cNvPr>
            <p:cNvCxnSpPr>
              <a:stCxn id="14" idx="1"/>
              <a:endCxn id="5" idx="2"/>
            </p:cNvCxnSpPr>
            <p:nvPr/>
          </p:nvCxnSpPr>
          <p:spPr>
            <a:xfrm rot="10800000">
              <a:off x="2287486" y="2446896"/>
              <a:ext cx="5034763" cy="3569411"/>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895E9FFD-081B-8B8E-1DBC-A8403B54318E}"/>
                </a:ext>
              </a:extLst>
            </p:cNvPr>
            <p:cNvSpPr txBox="1"/>
            <p:nvPr/>
          </p:nvSpPr>
          <p:spPr>
            <a:xfrm>
              <a:off x="4549572" y="5521143"/>
              <a:ext cx="1539551" cy="369332"/>
            </a:xfrm>
            <a:prstGeom prst="rect">
              <a:avLst/>
            </a:prstGeom>
            <a:noFill/>
          </p:spPr>
          <p:txBody>
            <a:bodyPr wrap="square" rtlCol="0">
              <a:normAutofit/>
            </a:bodyPr>
            <a:lstStyle/>
            <a:p>
              <a:pPr algn="ctr">
                <a:lnSpc>
                  <a:spcPct val="90000"/>
                </a:lnSpc>
                <a:spcAft>
                  <a:spcPts val="600"/>
                </a:spcAft>
              </a:pPr>
              <a:r>
                <a:rPr lang="en-IN" sz="1300" b="1"/>
                <a:t>Repeat</a:t>
              </a:r>
            </a:p>
          </p:txBody>
        </p:sp>
      </p:grpSp>
    </p:spTree>
    <p:extLst>
      <p:ext uri="{BB962C8B-B14F-4D97-AF65-F5344CB8AC3E}">
        <p14:creationId xmlns:p14="http://schemas.microsoft.com/office/powerpoint/2010/main" val="3752542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659F087-A979-8823-4902-74566E8D4CE3}"/>
              </a:ext>
            </a:extLst>
          </p:cNvPr>
          <p:cNvPicPr>
            <a:picLocks noChangeAspect="1"/>
          </p:cNvPicPr>
          <p:nvPr/>
        </p:nvPicPr>
        <p:blipFill>
          <a:blip r:embed="rId2"/>
          <a:stretch>
            <a:fillRect/>
          </a:stretch>
        </p:blipFill>
        <p:spPr>
          <a:xfrm>
            <a:off x="4387595" y="2507777"/>
            <a:ext cx="3767655" cy="1127858"/>
          </a:xfrm>
          <a:prstGeom prst="rect">
            <a:avLst/>
          </a:prstGeom>
        </p:spPr>
      </p:pic>
    </p:spTree>
    <p:extLst>
      <p:ext uri="{BB962C8B-B14F-4D97-AF65-F5344CB8AC3E}">
        <p14:creationId xmlns:p14="http://schemas.microsoft.com/office/powerpoint/2010/main" val="1683778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hade val="98000"/>
                <a:satMod val="150000"/>
                <a:lumMod val="102000"/>
              </a:schemeClr>
            </a:gs>
            <a:gs pos="50000">
              <a:schemeClr val="bg2">
                <a:tint val="98000"/>
                <a:shade val="90000"/>
                <a:satMod val="13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92483" y="821265"/>
            <a:ext cx="6098705" cy="5222117"/>
          </a:xfrm>
        </p:spPr>
        <p:txBody>
          <a:bodyPr anchor="ctr">
            <a:normAutofit/>
          </a:bodyPr>
          <a:lstStyle/>
          <a:p>
            <a:pPr algn="r"/>
            <a:r>
              <a:rPr lang="en-US" sz="5400" b="1">
                <a:effectLst>
                  <a:outerShdw blurRad="38100" dist="38100" dir="2700000" algn="tl">
                    <a:srgbClr val="000000">
                      <a:alpha val="43137"/>
                    </a:srgbClr>
                  </a:outerShdw>
                </a:effectLst>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33835421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Nature Illustration">
      <a:dk1>
        <a:srgbClr val="9A5315"/>
      </a:dk1>
      <a:lt1>
        <a:srgbClr val="FFFFFF"/>
      </a:lt1>
      <a:dk2>
        <a:srgbClr val="000000"/>
      </a:dk2>
      <a:lt2>
        <a:srgbClr val="D1E5F9"/>
      </a:lt2>
      <a:accent1>
        <a:srgbClr val="F3771A"/>
      </a:accent1>
      <a:accent2>
        <a:srgbClr val="8BBEF1"/>
      </a:accent2>
      <a:accent3>
        <a:srgbClr val="6DC025"/>
      </a:accent3>
      <a:accent4>
        <a:srgbClr val="9A5315"/>
      </a:accent4>
      <a:accent5>
        <a:srgbClr val="F1471F"/>
      </a:accent5>
      <a:accent6>
        <a:srgbClr val="DA6FDF"/>
      </a:accent6>
      <a:hlink>
        <a:srgbClr val="6DC025"/>
      </a:hlink>
      <a:folHlink>
        <a:srgbClr val="9A5315"/>
      </a:folHlink>
    </a:clrScheme>
    <a:fontScheme name="Segoe Print">
      <a:majorFont>
        <a:latin typeface="Segoe Print"/>
        <a:ea typeface=""/>
        <a:cs typeface=""/>
      </a:majorFont>
      <a:minorFont>
        <a:latin typeface="Segoe Pri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Nature Illustration">
      <a:dk1>
        <a:srgbClr val="9A5315"/>
      </a:dk1>
      <a:lt1>
        <a:srgbClr val="FFFFFF"/>
      </a:lt1>
      <a:dk2>
        <a:srgbClr val="000000"/>
      </a:dk2>
      <a:lt2>
        <a:srgbClr val="D1E5F9"/>
      </a:lt2>
      <a:accent1>
        <a:srgbClr val="F3771A"/>
      </a:accent1>
      <a:accent2>
        <a:srgbClr val="8BBEF1"/>
      </a:accent2>
      <a:accent3>
        <a:srgbClr val="6DC025"/>
      </a:accent3>
      <a:accent4>
        <a:srgbClr val="9A5315"/>
      </a:accent4>
      <a:accent5>
        <a:srgbClr val="F1471F"/>
      </a:accent5>
      <a:accent6>
        <a:srgbClr val="DA6FDF"/>
      </a:accent6>
      <a:hlink>
        <a:srgbClr val="6DC025"/>
      </a:hlink>
      <a:folHlink>
        <a:srgbClr val="9A5315"/>
      </a:folHlink>
    </a:clrScheme>
    <a:fontScheme name="Segoe Print">
      <a:majorFont>
        <a:latin typeface="Segoe Print"/>
        <a:ea typeface=""/>
        <a:cs typeface=""/>
      </a:majorFont>
      <a:minorFont>
        <a:latin typeface="Segoe Pri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1365</TotalTime>
  <Words>355</Words>
  <Application>Microsoft Office PowerPoint</Application>
  <PresentationFormat>Widescreen</PresentationFormat>
  <Paragraphs>60</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Lato</vt:lpstr>
      <vt:lpstr>Roboto</vt:lpstr>
      <vt:lpstr>Segoe Print</vt:lpstr>
      <vt:lpstr>Trebuchet MS</vt:lpstr>
      <vt:lpstr>Wingdings</vt:lpstr>
      <vt:lpstr>Wingdings 3</vt:lpstr>
      <vt:lpstr>Facet</vt:lpstr>
      <vt:lpstr>Smart Eye Glass with Face Recognition and Obstacle Detection for virtually impaired</vt:lpstr>
      <vt:lpstr>Contents</vt:lpstr>
      <vt:lpstr>INTRODUCTION</vt:lpstr>
      <vt:lpstr>NEED</vt:lpstr>
      <vt:lpstr>AIOT </vt:lpstr>
      <vt:lpstr>TOOLS &amp; PROGRAMMING ENVIRONMENT</vt:lpstr>
      <vt:lpstr>Ultrasonic Sensor</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Shahabuddin jee</dc:creator>
  <cp:lastModifiedBy>Md Minhaaz</cp:lastModifiedBy>
  <cp:revision>315</cp:revision>
  <dcterms:created xsi:type="dcterms:W3CDTF">2023-02-01T16:10:05Z</dcterms:created>
  <dcterms:modified xsi:type="dcterms:W3CDTF">2023-02-10T06:32:26Z</dcterms:modified>
</cp:coreProperties>
</file>